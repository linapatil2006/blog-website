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Override1.xml" ContentType="application/vnd.openxmlformats-officedocument.themeOverride+xml"/>
  <Override PartName="/ppt/theme/themeOverride2.xml" ContentType="application/vnd.openxmlformats-officedocument.themeOverride+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34" r:id="rId1"/>
  </p:sldMasterIdLst>
  <p:notesMasterIdLst>
    <p:notesMasterId r:id="rId29"/>
  </p:notesMasterIdLst>
  <p:sldIdLst>
    <p:sldId id="285" r:id="rId2"/>
    <p:sldId id="317" r:id="rId3"/>
    <p:sldId id="274" r:id="rId4"/>
    <p:sldId id="352" r:id="rId5"/>
    <p:sldId id="319" r:id="rId6"/>
    <p:sldId id="321" r:id="rId7"/>
    <p:sldId id="351" r:id="rId8"/>
    <p:sldId id="276" r:id="rId9"/>
    <p:sldId id="277" r:id="rId10"/>
    <p:sldId id="355" r:id="rId11"/>
    <p:sldId id="278" r:id="rId12"/>
    <p:sldId id="313" r:id="rId13"/>
    <p:sldId id="314" r:id="rId14"/>
    <p:sldId id="308" r:id="rId15"/>
    <p:sldId id="346" r:id="rId16"/>
    <p:sldId id="324" r:id="rId17"/>
    <p:sldId id="332" r:id="rId18"/>
    <p:sldId id="334" r:id="rId19"/>
    <p:sldId id="353" r:id="rId20"/>
    <p:sldId id="354" r:id="rId21"/>
    <p:sldId id="349" r:id="rId22"/>
    <p:sldId id="347" r:id="rId23"/>
    <p:sldId id="359" r:id="rId24"/>
    <p:sldId id="289" r:id="rId25"/>
    <p:sldId id="283" r:id="rId26"/>
    <p:sldId id="345" r:id="rId27"/>
    <p:sldId id="298" r:id="rId28"/>
  </p:sldIdLst>
  <p:sldSz cx="9144000" cy="6858000" type="screen4x3"/>
  <p:notesSz cx="6858000" cy="9144000"/>
  <p:defaultTextStyle>
    <a:defPPr>
      <a:defRPr lang="en-US"/>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 xmlns:p15="http://schemas.microsoft.com/office/powerpoint/2012/main">
        <p15:guide id="1" orient="horz" pos="2160">
          <p15:clr>
            <a:srgbClr val="A4A3A4"/>
          </p15:clr>
        </p15:guide>
        <p15:guide id="2" pos="2880">
          <p15:clr>
            <a:srgbClr val="A4A3A4"/>
          </p15:clr>
        </p15:guide>
      </p15:sldGuideLst>
    </p:ext>
    <p:ext uri="{2D200454-40CA-4A62-9FC3-DE9A4176ACB9}">
      <p15:notesGuideLst xmlns=""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851" autoAdjust="0"/>
    <p:restoredTop sz="94660"/>
  </p:normalViewPr>
  <p:slideViewPr>
    <p:cSldViewPr>
      <p:cViewPr>
        <p:scale>
          <a:sx n="76" d="100"/>
          <a:sy n="76" d="100"/>
        </p:scale>
        <p:origin x="-1064" y="-60"/>
      </p:cViewPr>
      <p:guideLst>
        <p:guide orient="horz" pos="2160"/>
        <p:guide pos="2880"/>
      </p:guideLst>
    </p:cSldViewPr>
  </p:slideViewPr>
  <p:notesTextViewPr>
    <p:cViewPr>
      <p:scale>
        <a:sx n="100" d="100"/>
        <a:sy n="100" d="100"/>
      </p:scale>
      <p:origin x="0" y="0"/>
    </p:cViewPr>
  </p:notesTextViewPr>
  <p:sorterViewPr>
    <p:cViewPr>
      <p:scale>
        <a:sx n="66" d="100"/>
        <a:sy n="66" d="100"/>
      </p:scale>
      <p:origin x="0" y="0"/>
    </p:cViewPr>
  </p:sorterViewPr>
  <p:notesViewPr>
    <p:cSldViewPr>
      <p:cViewPr varScale="1">
        <p:scale>
          <a:sx n="69" d="100"/>
          <a:sy n="69" d="100"/>
        </p:scale>
        <p:origin x="-3270" y="-108"/>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fontAlgn="auto">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fontAlgn="auto">
              <a:spcBef>
                <a:spcPts val="0"/>
              </a:spcBef>
              <a:spcAft>
                <a:spcPts val="0"/>
              </a:spcAft>
              <a:defRPr sz="1200">
                <a:latin typeface="+mn-lt"/>
                <a:cs typeface="+mn-cs"/>
              </a:defRPr>
            </a:lvl1pPr>
          </a:lstStyle>
          <a:p>
            <a:pPr>
              <a:defRPr/>
            </a:pPr>
            <a:fld id="{4826165D-7F2D-4B98-AC6B-C87FB3312F0E}" type="datetimeFigureOut">
              <a:rPr lang="en-US"/>
              <a:pPr>
                <a:defRPr/>
              </a:pPr>
              <a:t>4/16/2025</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fontAlgn="auto">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fontAlgn="auto">
              <a:spcBef>
                <a:spcPts val="0"/>
              </a:spcBef>
              <a:spcAft>
                <a:spcPts val="0"/>
              </a:spcAft>
              <a:defRPr sz="1200">
                <a:latin typeface="+mn-lt"/>
                <a:cs typeface="+mn-cs"/>
              </a:defRPr>
            </a:lvl1pPr>
          </a:lstStyle>
          <a:p>
            <a:pPr>
              <a:defRPr/>
            </a:pPr>
            <a:fld id="{DADCFF10-7238-497F-AFB5-99F82E574A0E}" type="slidenum">
              <a:rPr lang="en-IN"/>
              <a:pPr>
                <a:defRPr/>
              </a:pPr>
              <a:t>‹#›</a:t>
            </a:fld>
            <a:endParaRPr lang="en-IN"/>
          </a:p>
        </p:txBody>
      </p:sp>
    </p:spTree>
    <p:extLst>
      <p:ext uri="{BB962C8B-B14F-4D97-AF65-F5344CB8AC3E}">
        <p14:creationId xmlns:p14="http://schemas.microsoft.com/office/powerpoint/2010/main" val="102191366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hemeOverride" Target="../theme/themeOverride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t>Click to edit Master subtitle style</a:t>
            </a:r>
          </a:p>
        </p:txBody>
      </p:sp>
      <p:sp>
        <p:nvSpPr>
          <p:cNvPr id="4" name="Date Placeholder 29"/>
          <p:cNvSpPr>
            <a:spLocks noGrp="1"/>
          </p:cNvSpPr>
          <p:nvPr>
            <p:ph type="dt" sz="half" idx="10"/>
          </p:nvPr>
        </p:nvSpPr>
        <p:spPr/>
        <p:txBody>
          <a:bodyPr/>
          <a:lstStyle>
            <a:lvl1pPr>
              <a:defRPr/>
            </a:lvl1pPr>
          </a:lstStyle>
          <a:p>
            <a:pPr>
              <a:defRPr/>
            </a:pPr>
            <a:fld id="{771BF2F9-F2FA-48A6-BE0A-332E1ACE63F8}" type="datetimeFigureOut">
              <a:rPr lang="en-US"/>
              <a:pPr>
                <a:defRPr/>
              </a:pPr>
              <a:t>4/16/2025</a:t>
            </a:fld>
            <a:endParaRPr lang="en-IN"/>
          </a:p>
        </p:txBody>
      </p:sp>
      <p:sp>
        <p:nvSpPr>
          <p:cNvPr id="5" name="Footer Placeholder 18"/>
          <p:cNvSpPr>
            <a:spLocks noGrp="1"/>
          </p:cNvSpPr>
          <p:nvPr>
            <p:ph type="ftr" sz="quarter" idx="11"/>
          </p:nvPr>
        </p:nvSpPr>
        <p:spPr/>
        <p:txBody>
          <a:bodyPr/>
          <a:lstStyle>
            <a:lvl1pPr>
              <a:defRPr/>
            </a:lvl1pPr>
          </a:lstStyle>
          <a:p>
            <a:pPr>
              <a:defRPr/>
            </a:pPr>
            <a:endParaRPr lang="en-IN"/>
          </a:p>
        </p:txBody>
      </p:sp>
      <p:sp>
        <p:nvSpPr>
          <p:cNvPr id="6" name="Slide Number Placeholder 26"/>
          <p:cNvSpPr>
            <a:spLocks noGrp="1"/>
          </p:cNvSpPr>
          <p:nvPr>
            <p:ph type="sldNum" sz="quarter" idx="12"/>
          </p:nvPr>
        </p:nvSpPr>
        <p:spPr/>
        <p:txBody>
          <a:bodyPr/>
          <a:lstStyle>
            <a:lvl1pPr>
              <a:defRPr/>
            </a:lvl1pPr>
          </a:lstStyle>
          <a:p>
            <a:pPr>
              <a:defRPr/>
            </a:pPr>
            <a:fld id="{D0D846A5-5B00-4B59-ABD2-C20BFE66377F}" type="slidenum">
              <a:rPr lang="en-IN"/>
              <a:pPr>
                <a:defRPr/>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DE3C2D0C-243F-4A1C-B745-4C21C85ABED2}" type="datetimeFigureOut">
              <a:rPr lang="en-US"/>
              <a:pPr>
                <a:defRPr/>
              </a:pPr>
              <a:t>4/16/2025</a:t>
            </a:fld>
            <a:endParaRPr lang="en-IN"/>
          </a:p>
        </p:txBody>
      </p:sp>
      <p:sp>
        <p:nvSpPr>
          <p:cNvPr id="5" name="Footer Placeholder 21"/>
          <p:cNvSpPr>
            <a:spLocks noGrp="1"/>
          </p:cNvSpPr>
          <p:nvPr>
            <p:ph type="ftr" sz="quarter" idx="11"/>
          </p:nvPr>
        </p:nvSpPr>
        <p:spPr/>
        <p:txBody>
          <a:bodyPr/>
          <a:lstStyle>
            <a:lvl1pPr>
              <a:defRPr/>
            </a:lvl1pPr>
          </a:lstStyle>
          <a:p>
            <a:pPr>
              <a:defRPr/>
            </a:pPr>
            <a:endParaRPr lang="en-IN"/>
          </a:p>
        </p:txBody>
      </p:sp>
      <p:sp>
        <p:nvSpPr>
          <p:cNvPr id="6" name="Slide Number Placeholder 17"/>
          <p:cNvSpPr>
            <a:spLocks noGrp="1"/>
          </p:cNvSpPr>
          <p:nvPr>
            <p:ph type="sldNum" sz="quarter" idx="12"/>
          </p:nvPr>
        </p:nvSpPr>
        <p:spPr/>
        <p:txBody>
          <a:bodyPr/>
          <a:lstStyle>
            <a:lvl1pPr>
              <a:defRPr/>
            </a:lvl1pPr>
          </a:lstStyle>
          <a:p>
            <a:pPr>
              <a:defRPr/>
            </a:pPr>
            <a:fld id="{CBB23E67-FF70-4C51-9452-21DD67709BAF}" type="slidenum">
              <a:rPr lang="en-IN"/>
              <a:pPr>
                <a:defRPr/>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t>Click to edit Master title style</a:t>
            </a:r>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pPr>
              <a:defRPr/>
            </a:pPr>
            <a:fld id="{1F47A373-49B7-4AE4-B957-B24E00778AC2}" type="datetimeFigureOut">
              <a:rPr lang="en-US"/>
              <a:pPr>
                <a:defRPr/>
              </a:pPr>
              <a:t>4/16/2025</a:t>
            </a:fld>
            <a:endParaRPr lang="en-IN"/>
          </a:p>
        </p:txBody>
      </p:sp>
      <p:sp>
        <p:nvSpPr>
          <p:cNvPr id="5" name="Footer Placeholder 4"/>
          <p:cNvSpPr>
            <a:spLocks noGrp="1"/>
          </p:cNvSpPr>
          <p:nvPr>
            <p:ph type="ftr" sz="quarter" idx="11"/>
          </p:nvPr>
        </p:nvSpPr>
        <p:spPr/>
        <p:txBody>
          <a:bodyPr/>
          <a:lstStyle>
            <a:lvl1pPr>
              <a:defRPr/>
            </a:lvl1pPr>
          </a:lstStyle>
          <a:p>
            <a:pPr>
              <a:defRPr/>
            </a:pPr>
            <a:endParaRPr lang="en-IN"/>
          </a:p>
        </p:txBody>
      </p:sp>
      <p:sp>
        <p:nvSpPr>
          <p:cNvPr id="6" name="Slide Number Placeholder 5"/>
          <p:cNvSpPr>
            <a:spLocks noGrp="1"/>
          </p:cNvSpPr>
          <p:nvPr>
            <p:ph type="sldNum" sz="quarter" idx="12"/>
          </p:nvPr>
        </p:nvSpPr>
        <p:spPr/>
        <p:txBody>
          <a:bodyPr/>
          <a:lstStyle>
            <a:lvl1pPr>
              <a:defRPr/>
            </a:lvl1pPr>
          </a:lstStyle>
          <a:p>
            <a:pPr>
              <a:defRPr/>
            </a:pPr>
            <a:fld id="{8F92BD9E-01CD-4B38-B764-4D1E01C5063A}" type="slidenum">
              <a:rPr lang="en-IN"/>
              <a:pPr>
                <a:defRPr/>
              </a:pPr>
              <a:t>‹#›</a:t>
            </a:fld>
            <a:endParaRPr lang="en-IN"/>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t>Click to edit Master title style</a:t>
            </a:r>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2CE1C5E6-815E-4C8B-92D6-4873C5D54C5D}" type="datetimeFigureOut">
              <a:rPr lang="en-US"/>
              <a:pPr>
                <a:defRPr/>
              </a:pPr>
              <a:t>4/16/2025</a:t>
            </a:fld>
            <a:endParaRPr lang="en-IN"/>
          </a:p>
        </p:txBody>
      </p:sp>
      <p:sp>
        <p:nvSpPr>
          <p:cNvPr id="6" name="Footer Placeholder 21"/>
          <p:cNvSpPr>
            <a:spLocks noGrp="1"/>
          </p:cNvSpPr>
          <p:nvPr>
            <p:ph type="ftr" sz="quarter" idx="11"/>
          </p:nvPr>
        </p:nvSpPr>
        <p:spPr/>
        <p:txBody>
          <a:bodyPr/>
          <a:lstStyle>
            <a:lvl1pPr>
              <a:defRPr/>
            </a:lvl1pPr>
          </a:lstStyle>
          <a:p>
            <a:pPr>
              <a:defRPr/>
            </a:pPr>
            <a:endParaRPr lang="en-IN"/>
          </a:p>
        </p:txBody>
      </p:sp>
      <p:sp>
        <p:nvSpPr>
          <p:cNvPr id="7" name="Slide Number Placeholder 17"/>
          <p:cNvSpPr>
            <a:spLocks noGrp="1"/>
          </p:cNvSpPr>
          <p:nvPr>
            <p:ph type="sldNum" sz="quarter" idx="12"/>
          </p:nvPr>
        </p:nvSpPr>
        <p:spPr/>
        <p:txBody>
          <a:bodyPr/>
          <a:lstStyle>
            <a:lvl1pPr>
              <a:defRPr/>
            </a:lvl1pPr>
          </a:lstStyle>
          <a:p>
            <a:pPr>
              <a:defRPr/>
            </a:pPr>
            <a:fld id="{D88C4C41-AD06-47E3-B074-61125D03A371}" type="slidenum">
              <a:rPr lang="en-IN"/>
              <a:pPr>
                <a:defRPr/>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9"/>
          <p:cNvSpPr>
            <a:spLocks noGrp="1"/>
          </p:cNvSpPr>
          <p:nvPr>
            <p:ph type="dt" sz="half" idx="10"/>
          </p:nvPr>
        </p:nvSpPr>
        <p:spPr/>
        <p:txBody>
          <a:bodyPr/>
          <a:lstStyle>
            <a:lvl1pPr>
              <a:defRPr/>
            </a:lvl1pPr>
          </a:lstStyle>
          <a:p>
            <a:pPr>
              <a:defRPr/>
            </a:pPr>
            <a:fld id="{248ECA43-EF46-4D44-AB1A-37AE8BD6B7D4}" type="datetimeFigureOut">
              <a:rPr lang="en-US"/>
              <a:pPr>
                <a:defRPr/>
              </a:pPr>
              <a:t>4/16/2025</a:t>
            </a:fld>
            <a:endParaRPr lang="en-IN"/>
          </a:p>
        </p:txBody>
      </p:sp>
      <p:sp>
        <p:nvSpPr>
          <p:cNvPr id="8" name="Footer Placeholder 21"/>
          <p:cNvSpPr>
            <a:spLocks noGrp="1"/>
          </p:cNvSpPr>
          <p:nvPr>
            <p:ph type="ftr" sz="quarter" idx="11"/>
          </p:nvPr>
        </p:nvSpPr>
        <p:spPr/>
        <p:txBody>
          <a:bodyPr/>
          <a:lstStyle>
            <a:lvl1pPr>
              <a:defRPr/>
            </a:lvl1pPr>
          </a:lstStyle>
          <a:p>
            <a:pPr>
              <a:defRPr/>
            </a:pPr>
            <a:endParaRPr lang="en-IN"/>
          </a:p>
        </p:txBody>
      </p:sp>
      <p:sp>
        <p:nvSpPr>
          <p:cNvPr id="9" name="Slide Number Placeholder 17"/>
          <p:cNvSpPr>
            <a:spLocks noGrp="1"/>
          </p:cNvSpPr>
          <p:nvPr>
            <p:ph type="sldNum" sz="quarter" idx="12"/>
          </p:nvPr>
        </p:nvSpPr>
        <p:spPr/>
        <p:txBody>
          <a:bodyPr/>
          <a:lstStyle>
            <a:lvl1pPr>
              <a:defRPr/>
            </a:lvl1pPr>
          </a:lstStyle>
          <a:p>
            <a:pPr>
              <a:defRPr/>
            </a:pPr>
            <a:fld id="{0CD7A79E-E311-4852-BED0-2BAB8DA3AA55}" type="slidenum">
              <a:rPr lang="en-IN"/>
              <a:pPr>
                <a:defRPr/>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t>Click to edit Master title style</a:t>
            </a:r>
          </a:p>
        </p:txBody>
      </p:sp>
      <p:sp>
        <p:nvSpPr>
          <p:cNvPr id="3" name="Date Placeholder 9"/>
          <p:cNvSpPr>
            <a:spLocks noGrp="1"/>
          </p:cNvSpPr>
          <p:nvPr>
            <p:ph type="dt" sz="half" idx="10"/>
          </p:nvPr>
        </p:nvSpPr>
        <p:spPr/>
        <p:txBody>
          <a:bodyPr/>
          <a:lstStyle>
            <a:lvl1pPr>
              <a:defRPr/>
            </a:lvl1pPr>
          </a:lstStyle>
          <a:p>
            <a:pPr>
              <a:defRPr/>
            </a:pPr>
            <a:fld id="{B5628301-B7A6-4D20-BEDD-2B0CC0228836}" type="datetimeFigureOut">
              <a:rPr lang="en-US"/>
              <a:pPr>
                <a:defRPr/>
              </a:pPr>
              <a:t>4/16/2025</a:t>
            </a:fld>
            <a:endParaRPr lang="en-IN"/>
          </a:p>
        </p:txBody>
      </p:sp>
      <p:sp>
        <p:nvSpPr>
          <p:cNvPr id="4" name="Footer Placeholder 21"/>
          <p:cNvSpPr>
            <a:spLocks noGrp="1"/>
          </p:cNvSpPr>
          <p:nvPr>
            <p:ph type="ftr" sz="quarter" idx="11"/>
          </p:nvPr>
        </p:nvSpPr>
        <p:spPr/>
        <p:txBody>
          <a:bodyPr/>
          <a:lstStyle>
            <a:lvl1pPr>
              <a:defRPr/>
            </a:lvl1pPr>
          </a:lstStyle>
          <a:p>
            <a:pPr>
              <a:defRPr/>
            </a:pPr>
            <a:endParaRPr lang="en-IN"/>
          </a:p>
        </p:txBody>
      </p:sp>
      <p:sp>
        <p:nvSpPr>
          <p:cNvPr id="5" name="Slide Number Placeholder 17"/>
          <p:cNvSpPr>
            <a:spLocks noGrp="1"/>
          </p:cNvSpPr>
          <p:nvPr>
            <p:ph type="sldNum" sz="quarter" idx="12"/>
          </p:nvPr>
        </p:nvSpPr>
        <p:spPr/>
        <p:txBody>
          <a:bodyPr/>
          <a:lstStyle>
            <a:lvl1pPr>
              <a:defRPr/>
            </a:lvl1pPr>
          </a:lstStyle>
          <a:p>
            <a:pPr>
              <a:defRPr/>
            </a:pPr>
            <a:fld id="{93287EF8-3716-45FA-BC00-9A1903F2CFA3}" type="slidenum">
              <a:rPr lang="en-IN"/>
              <a:pPr>
                <a:defRPr/>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fld id="{264B928B-64EA-4D9C-BE3C-9E79D447AFC9}" type="datetimeFigureOut">
              <a:rPr lang="en-US"/>
              <a:pPr>
                <a:defRPr/>
              </a:pPr>
              <a:t>4/16/2025</a:t>
            </a:fld>
            <a:endParaRPr lang="en-IN"/>
          </a:p>
        </p:txBody>
      </p:sp>
      <p:sp>
        <p:nvSpPr>
          <p:cNvPr id="3" name="Footer Placeholder 21"/>
          <p:cNvSpPr>
            <a:spLocks noGrp="1"/>
          </p:cNvSpPr>
          <p:nvPr>
            <p:ph type="ftr" sz="quarter" idx="11"/>
          </p:nvPr>
        </p:nvSpPr>
        <p:spPr/>
        <p:txBody>
          <a:bodyPr/>
          <a:lstStyle>
            <a:lvl1pPr>
              <a:defRPr/>
            </a:lvl1pPr>
          </a:lstStyle>
          <a:p>
            <a:pPr>
              <a:defRPr/>
            </a:pPr>
            <a:endParaRPr lang="en-IN"/>
          </a:p>
        </p:txBody>
      </p:sp>
      <p:sp>
        <p:nvSpPr>
          <p:cNvPr id="4" name="Slide Number Placeholder 17"/>
          <p:cNvSpPr>
            <a:spLocks noGrp="1"/>
          </p:cNvSpPr>
          <p:nvPr>
            <p:ph type="sldNum" sz="quarter" idx="12"/>
          </p:nvPr>
        </p:nvSpPr>
        <p:spPr/>
        <p:txBody>
          <a:bodyPr/>
          <a:lstStyle>
            <a:lvl1pPr>
              <a:defRPr/>
            </a:lvl1pPr>
          </a:lstStyle>
          <a:p>
            <a:pPr>
              <a:defRPr/>
            </a:pPr>
            <a:fld id="{C29CA80D-D4E9-49E5-9444-0F6328313CBD}" type="slidenum">
              <a:rPr lang="en-IN"/>
              <a:pPr>
                <a:defRPr/>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t>Click to edit Master title style</a:t>
            </a:r>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9"/>
          <p:cNvSpPr>
            <a:spLocks noGrp="1"/>
          </p:cNvSpPr>
          <p:nvPr>
            <p:ph type="dt" sz="half" idx="10"/>
          </p:nvPr>
        </p:nvSpPr>
        <p:spPr/>
        <p:txBody>
          <a:bodyPr/>
          <a:lstStyle>
            <a:lvl1pPr>
              <a:defRPr/>
            </a:lvl1pPr>
          </a:lstStyle>
          <a:p>
            <a:pPr>
              <a:defRPr/>
            </a:pPr>
            <a:fld id="{DC84FFC0-6B0A-435C-AD72-69C538343A9E}" type="datetimeFigureOut">
              <a:rPr lang="en-US"/>
              <a:pPr>
                <a:defRPr/>
              </a:pPr>
              <a:t>4/16/2025</a:t>
            </a:fld>
            <a:endParaRPr lang="en-IN"/>
          </a:p>
        </p:txBody>
      </p:sp>
      <p:sp>
        <p:nvSpPr>
          <p:cNvPr id="6" name="Footer Placeholder 21"/>
          <p:cNvSpPr>
            <a:spLocks noGrp="1"/>
          </p:cNvSpPr>
          <p:nvPr>
            <p:ph type="ftr" sz="quarter" idx="11"/>
          </p:nvPr>
        </p:nvSpPr>
        <p:spPr/>
        <p:txBody>
          <a:bodyPr/>
          <a:lstStyle>
            <a:lvl1pPr>
              <a:defRPr/>
            </a:lvl1pPr>
          </a:lstStyle>
          <a:p>
            <a:pPr>
              <a:defRPr/>
            </a:pPr>
            <a:endParaRPr lang="en-IN"/>
          </a:p>
        </p:txBody>
      </p:sp>
      <p:sp>
        <p:nvSpPr>
          <p:cNvPr id="7" name="Slide Number Placeholder 17"/>
          <p:cNvSpPr>
            <a:spLocks noGrp="1"/>
          </p:cNvSpPr>
          <p:nvPr>
            <p:ph type="sldNum" sz="quarter" idx="12"/>
          </p:nvPr>
        </p:nvSpPr>
        <p:spPr/>
        <p:txBody>
          <a:bodyPr/>
          <a:lstStyle>
            <a:lvl1pPr>
              <a:defRPr/>
            </a:lvl1pPr>
          </a:lstStyle>
          <a:p>
            <a:pPr>
              <a:defRPr/>
            </a:pPr>
            <a:fld id="{B21FD7A9-D1CB-483A-AFAC-5DBD066B80F6}" type="slidenum">
              <a:rPr lang="en-IN"/>
              <a:pPr>
                <a:defRPr/>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cs typeface="+mn-cs"/>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cs typeface="+mn-cs"/>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t>Click to edit Master title style</a:t>
            </a:r>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fld id="{3F89C3F8-79E8-446F-BA08-DBBBF64B4E33}" type="datetimeFigureOut">
              <a:rPr lang="en-US"/>
              <a:pPr>
                <a:defRPr/>
              </a:pPr>
              <a:t>4/16/2025</a:t>
            </a:fld>
            <a:endParaRPr lang="en-IN"/>
          </a:p>
        </p:txBody>
      </p:sp>
      <p:sp>
        <p:nvSpPr>
          <p:cNvPr id="10" name="Footer Placeholder 5"/>
          <p:cNvSpPr>
            <a:spLocks noGrp="1"/>
          </p:cNvSpPr>
          <p:nvPr>
            <p:ph type="ftr" sz="quarter" idx="11"/>
          </p:nvPr>
        </p:nvSpPr>
        <p:spPr/>
        <p:txBody>
          <a:bodyPr/>
          <a:lstStyle>
            <a:lvl1pPr>
              <a:defRPr/>
            </a:lvl1pPr>
          </a:lstStyle>
          <a:p>
            <a:pPr>
              <a:defRPr/>
            </a:pPr>
            <a:endParaRPr lang="en-I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E6216FEC-6DCE-424A-AF7C-CC8DBB8FFC4F}" type="slidenum">
              <a:rPr lang="en-IN"/>
              <a:pPr>
                <a:defRPr/>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92BF0EFD-BF9B-4EBD-AEE7-966380FB92A1}" type="datetimeFigureOut">
              <a:rPr lang="en-US"/>
              <a:pPr>
                <a:defRPr/>
              </a:pPr>
              <a:t>4/16/2025</a:t>
            </a:fld>
            <a:endParaRPr lang="en-IN"/>
          </a:p>
        </p:txBody>
      </p:sp>
      <p:sp>
        <p:nvSpPr>
          <p:cNvPr id="5" name="Footer Placeholder 21"/>
          <p:cNvSpPr>
            <a:spLocks noGrp="1"/>
          </p:cNvSpPr>
          <p:nvPr>
            <p:ph type="ftr" sz="quarter" idx="11"/>
          </p:nvPr>
        </p:nvSpPr>
        <p:spPr/>
        <p:txBody>
          <a:bodyPr/>
          <a:lstStyle>
            <a:lvl1pPr>
              <a:defRPr/>
            </a:lvl1pPr>
          </a:lstStyle>
          <a:p>
            <a:pPr>
              <a:defRPr/>
            </a:pPr>
            <a:endParaRPr lang="en-IN"/>
          </a:p>
        </p:txBody>
      </p:sp>
      <p:sp>
        <p:nvSpPr>
          <p:cNvPr id="6" name="Slide Number Placeholder 17"/>
          <p:cNvSpPr>
            <a:spLocks noGrp="1"/>
          </p:cNvSpPr>
          <p:nvPr>
            <p:ph type="sldNum" sz="quarter" idx="12"/>
          </p:nvPr>
        </p:nvSpPr>
        <p:spPr/>
        <p:txBody>
          <a:bodyPr/>
          <a:lstStyle>
            <a:lvl1pPr>
              <a:defRPr/>
            </a:lvl1pPr>
          </a:lstStyle>
          <a:p>
            <a:pPr>
              <a:defRPr/>
            </a:pPr>
            <a:fld id="{6364D5A0-FB21-4460-AF9E-1FFD00D2AC56}" type="slidenum">
              <a:rPr lang="en-IN"/>
              <a:pPr>
                <a:defRPr/>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9"/>
          <p:cNvSpPr>
            <a:spLocks noGrp="1"/>
          </p:cNvSpPr>
          <p:nvPr>
            <p:ph type="dt" sz="half" idx="10"/>
          </p:nvPr>
        </p:nvSpPr>
        <p:spPr/>
        <p:txBody>
          <a:bodyPr/>
          <a:lstStyle>
            <a:lvl1pPr>
              <a:defRPr/>
            </a:lvl1pPr>
          </a:lstStyle>
          <a:p>
            <a:pPr>
              <a:defRPr/>
            </a:pPr>
            <a:fld id="{A87F826B-A285-4F53-9201-8216877C3771}" type="datetimeFigureOut">
              <a:rPr lang="en-US"/>
              <a:pPr>
                <a:defRPr/>
              </a:pPr>
              <a:t>4/16/2025</a:t>
            </a:fld>
            <a:endParaRPr lang="en-IN"/>
          </a:p>
        </p:txBody>
      </p:sp>
      <p:sp>
        <p:nvSpPr>
          <p:cNvPr id="5" name="Footer Placeholder 21"/>
          <p:cNvSpPr>
            <a:spLocks noGrp="1"/>
          </p:cNvSpPr>
          <p:nvPr>
            <p:ph type="ftr" sz="quarter" idx="11"/>
          </p:nvPr>
        </p:nvSpPr>
        <p:spPr/>
        <p:txBody>
          <a:bodyPr/>
          <a:lstStyle>
            <a:lvl1pPr>
              <a:defRPr/>
            </a:lvl1pPr>
          </a:lstStyle>
          <a:p>
            <a:pPr>
              <a:defRPr/>
            </a:pPr>
            <a:endParaRPr lang="en-IN"/>
          </a:p>
        </p:txBody>
      </p:sp>
      <p:sp>
        <p:nvSpPr>
          <p:cNvPr id="6" name="Slide Number Placeholder 17"/>
          <p:cNvSpPr>
            <a:spLocks noGrp="1"/>
          </p:cNvSpPr>
          <p:nvPr>
            <p:ph type="sldNum" sz="quarter" idx="12"/>
          </p:nvPr>
        </p:nvSpPr>
        <p:spPr/>
        <p:txBody>
          <a:bodyPr/>
          <a:lstStyle>
            <a:lvl1pPr>
              <a:defRPr/>
            </a:lvl1pPr>
          </a:lstStyle>
          <a:p>
            <a:pPr>
              <a:defRPr/>
            </a:pPr>
            <a:fld id="{EAFC14C3-620A-4CB3-B4EF-AAA1AD9FBCDC}" type="slidenum">
              <a:rPr lang="en-IN"/>
              <a:pPr>
                <a:defRPr/>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cs typeface="+mn-cs"/>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a:defRPr/>
            </a:pPr>
            <a:endParaRPr lang="en-US">
              <a:latin typeface="+mn-lt"/>
              <a:cs typeface="+mn-cs"/>
            </a:endParaRPr>
          </a:p>
        </p:txBody>
      </p:sp>
      <p:sp>
        <p:nvSpPr>
          <p:cNvPr id="1028"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t>Click to edit Master title style</a:t>
            </a:r>
          </a:p>
        </p:txBody>
      </p:sp>
      <p:sp>
        <p:nvSpPr>
          <p:cNvPr id="1029"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cs typeface="Arial" charset="0"/>
              </a:defRPr>
            </a:lvl1pPr>
          </a:lstStyle>
          <a:p>
            <a:pPr>
              <a:defRPr/>
            </a:pPr>
            <a:fld id="{CA615367-843C-4656-BB69-ADD0A9B49647}" type="datetimeFigureOut">
              <a:rPr lang="en-US"/>
              <a:pPr>
                <a:defRPr/>
              </a:pPr>
              <a:t>4/16/2025</a:t>
            </a:fld>
            <a:endParaRPr lang="en-I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latin typeface="Arial" charset="0"/>
                <a:cs typeface="Arial" charset="0"/>
              </a:defRPr>
            </a:lvl1pPr>
          </a:lstStyle>
          <a:p>
            <a:pPr>
              <a:defRPr/>
            </a:pPr>
            <a:endParaRPr lang="en-I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latin typeface="Arial" charset="0"/>
                <a:cs typeface="Arial" charset="0"/>
              </a:defRPr>
            </a:lvl1pPr>
          </a:lstStyle>
          <a:p>
            <a:pPr>
              <a:defRPr/>
            </a:pPr>
            <a:fld id="{CE13CAF2-3C59-4C28-A0A1-8C2D94E10DF9}" type="slidenum">
              <a:rPr lang="en-IN"/>
              <a:pPr>
                <a:defRPr/>
              </a:pPr>
              <a:t>‹#›</a:t>
            </a:fld>
            <a:endParaRPr lang="en-IN"/>
          </a:p>
        </p:txBody>
      </p:sp>
      <p:grpSp>
        <p:nvGrpSpPr>
          <p:cNvPr id="1033"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cSld>
  <p:clrMap bg1="lt1" tx1="dk1" bg2="lt2" tx2="dk2" accent1="accent1" accent2="accent2" accent3="accent3" accent4="accent4" accent5="accent5" accent6="accent6" hlink="hlink" folHlink="folHlink"/>
  <p:sldLayoutIdLst>
    <p:sldLayoutId id="2147484459" r:id="rId1"/>
    <p:sldLayoutId id="2147484451" r:id="rId2"/>
    <p:sldLayoutId id="2147484460" r:id="rId3"/>
    <p:sldLayoutId id="2147484452" r:id="rId4"/>
    <p:sldLayoutId id="2147484453" r:id="rId5"/>
    <p:sldLayoutId id="2147484454" r:id="rId6"/>
    <p:sldLayoutId id="2147484455" r:id="rId7"/>
    <p:sldLayoutId id="2147484456" r:id="rId8"/>
    <p:sldLayoutId id="2147484461" r:id="rId9"/>
    <p:sldLayoutId id="2147484457" r:id="rId10"/>
    <p:sldLayoutId id="2147484458" r:id="rId11"/>
  </p:sldLayoutIdLst>
  <p:txStyles>
    <p:titleStyle>
      <a:lvl1pPr algn="l" rtl="0" eaLnBrk="0" fontAlgn="base" hangingPunct="0">
        <a:spcBef>
          <a:spcPct val="0"/>
        </a:spcBef>
        <a:spcAft>
          <a:spcPct val="0"/>
        </a:spcAft>
        <a:defRPr sz="5000" kern="1200">
          <a:solidFill>
            <a:schemeClr val="tx2"/>
          </a:solidFill>
          <a:latin typeface="+mj-lt"/>
          <a:ea typeface="+mj-ea"/>
          <a:cs typeface="+mj-cs"/>
        </a:defRPr>
      </a:lvl1pPr>
      <a:lvl2pPr algn="l" rtl="0" eaLnBrk="0" fontAlgn="base" hangingPunct="0">
        <a:spcBef>
          <a:spcPct val="0"/>
        </a:spcBef>
        <a:spcAft>
          <a:spcPct val="0"/>
        </a:spcAft>
        <a:defRPr sz="5000">
          <a:solidFill>
            <a:schemeClr val="tx2"/>
          </a:solidFill>
          <a:latin typeface="Calibri" pitchFamily="34" charset="0"/>
        </a:defRPr>
      </a:lvl2pPr>
      <a:lvl3pPr algn="l" rtl="0" eaLnBrk="0" fontAlgn="base" hangingPunct="0">
        <a:spcBef>
          <a:spcPct val="0"/>
        </a:spcBef>
        <a:spcAft>
          <a:spcPct val="0"/>
        </a:spcAft>
        <a:defRPr sz="5000">
          <a:solidFill>
            <a:schemeClr val="tx2"/>
          </a:solidFill>
          <a:latin typeface="Calibri" pitchFamily="34" charset="0"/>
        </a:defRPr>
      </a:lvl3pPr>
      <a:lvl4pPr algn="l" rtl="0" eaLnBrk="0" fontAlgn="base" hangingPunct="0">
        <a:spcBef>
          <a:spcPct val="0"/>
        </a:spcBef>
        <a:spcAft>
          <a:spcPct val="0"/>
        </a:spcAft>
        <a:defRPr sz="5000">
          <a:solidFill>
            <a:schemeClr val="tx2"/>
          </a:solidFill>
          <a:latin typeface="Calibri" pitchFamily="34" charset="0"/>
        </a:defRPr>
      </a:lvl4pPr>
      <a:lvl5pPr algn="l" rtl="0" eaLnBrk="0" fontAlgn="base" hangingPunct="0">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eaLnBrk="0" fontAlgn="base" hangingPunct="0">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eaLnBrk="0" fontAlgn="base" hangingPunct="0">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eaLnBrk="0" fontAlgn="base" hangingPunct="0">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eaLnBrk="0" fontAlgn="base" hangingPunct="0">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eaLnBrk="0" fontAlgn="base" hangingPunct="0">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2.jpe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123" name="Title 3"/>
          <p:cNvSpPr>
            <a:spLocks noGrp="1"/>
          </p:cNvSpPr>
          <p:nvPr>
            <p:ph type="title"/>
          </p:nvPr>
        </p:nvSpPr>
        <p:spPr>
          <a:xfrm>
            <a:off x="457200" y="1124744"/>
            <a:ext cx="8229600" cy="1128167"/>
          </a:xfrm>
        </p:spPr>
        <p:txBody>
          <a:bodyPr/>
          <a:lstStyle/>
          <a:p>
            <a:pPr algn="ctr"/>
            <a:r>
              <a:rPr lang="en-US" b="1" dirty="0" smtClean="0">
                <a:solidFill>
                  <a:srgbClr val="7030A0"/>
                </a:solidFill>
              </a:rPr>
              <a:t>HTML Based Web Development (BLOG)</a:t>
            </a:r>
            <a:endParaRPr lang="en-US" b="1" dirty="0">
              <a:solidFill>
                <a:srgbClr val="7030A0"/>
              </a:solidFill>
            </a:endParaRPr>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799692" y="2708920"/>
            <a:ext cx="5544616" cy="396044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p:cNvSpPr>
            <a:spLocks noGrp="1"/>
          </p:cNvSpPr>
          <p:nvPr>
            <p:ph type="title"/>
          </p:nvPr>
        </p:nvSpPr>
        <p:spPr>
          <a:xfrm>
            <a:off x="435171" y="908720"/>
            <a:ext cx="8229600" cy="857232"/>
          </a:xfrm>
        </p:spPr>
        <p:txBody>
          <a:bodyPr/>
          <a:lstStyle/>
          <a:p>
            <a:r>
              <a:rPr lang="en-US" b="1" dirty="0"/>
              <a:t>Introduction</a:t>
            </a:r>
            <a:r>
              <a:rPr lang="en-US" dirty="0"/>
              <a:t> </a:t>
            </a:r>
          </a:p>
        </p:txBody>
      </p:sp>
      <p:sp>
        <p:nvSpPr>
          <p:cNvPr id="8195" name="Content Placeholder 2"/>
          <p:cNvSpPr>
            <a:spLocks noGrp="1"/>
          </p:cNvSpPr>
          <p:nvPr>
            <p:ph idx="1"/>
          </p:nvPr>
        </p:nvSpPr>
        <p:spPr>
          <a:xfrm>
            <a:off x="457200" y="2204864"/>
            <a:ext cx="8229600" cy="4119737"/>
          </a:xfrm>
        </p:spPr>
        <p:txBody>
          <a:bodyPr/>
          <a:lstStyle/>
          <a:p>
            <a:r>
              <a:rPr lang="en-GB" sz="2400" dirty="0"/>
              <a:t>A blogging system is an online platform that allows users to create, manage, and share written content with a wider audience. It provides tools for writing blog posts, uploading media, organizing content, and interacting with readers through comments or feedback. Whether for personal use, education, or business, blogging systems make it easy to publish and maintain content on the web without needing advanced technical skills.</a:t>
            </a:r>
            <a:endParaRPr lang="en-US" dirty="0"/>
          </a:p>
          <a:p>
            <a:endParaRPr lang="en-US" dirty="0"/>
          </a:p>
          <a:p>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57188"/>
            <a:ext cx="8229600" cy="1271612"/>
          </a:xfrm>
        </p:spPr>
        <p:txBody>
          <a:bodyPr>
            <a:normAutofit fontScale="90000"/>
          </a:bodyPr>
          <a:lstStyle/>
          <a:p>
            <a:pPr eaLnBrk="1" fontAlgn="auto" hangingPunct="1">
              <a:spcAft>
                <a:spcPts val="0"/>
              </a:spcAft>
              <a:defRPr/>
            </a:pPr>
            <a:r>
              <a:rPr lang="en-US" b="1" u="sng" dirty="0"/>
              <a:t/>
            </a:r>
            <a:br>
              <a:rPr lang="en-US" b="1" u="sng" dirty="0"/>
            </a:b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258" y="2086089"/>
            <a:ext cx="9043483" cy="4514676"/>
          </a:xfrm>
          <a:prstGeom prst="rect">
            <a:avLst/>
          </a:prstGeom>
        </p:spPr>
      </p:pic>
      <p:sp>
        <p:nvSpPr>
          <p:cNvPr id="4" name="TextBox 3"/>
          <p:cNvSpPr txBox="1"/>
          <p:nvPr/>
        </p:nvSpPr>
        <p:spPr>
          <a:xfrm>
            <a:off x="102458" y="986783"/>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Home Page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Title 1"/>
          <p:cNvSpPr>
            <a:spLocks noGrp="1"/>
          </p:cNvSpPr>
          <p:nvPr>
            <p:ph type="title"/>
          </p:nvPr>
        </p:nvSpPr>
        <p:spPr>
          <a:xfrm>
            <a:off x="458051" y="836712"/>
            <a:ext cx="8229600" cy="857250"/>
          </a:xfrm>
        </p:spPr>
        <p:txBody>
          <a:bodyPr/>
          <a:lstStyle/>
          <a:p>
            <a:r>
              <a:rPr lang="en-US" b="1" dirty="0"/>
              <a:t>Objective</a:t>
            </a:r>
            <a:r>
              <a:rPr lang="en-US" dirty="0"/>
              <a:t> </a:t>
            </a:r>
          </a:p>
        </p:txBody>
      </p:sp>
      <p:sp>
        <p:nvSpPr>
          <p:cNvPr id="10243" name="Content Placeholder 2"/>
          <p:cNvSpPr>
            <a:spLocks noGrp="1"/>
          </p:cNvSpPr>
          <p:nvPr>
            <p:ph idx="1"/>
          </p:nvPr>
        </p:nvSpPr>
        <p:spPr>
          <a:xfrm>
            <a:off x="457200" y="1844824"/>
            <a:ext cx="8229600" cy="4479776"/>
          </a:xfrm>
        </p:spPr>
        <p:txBody>
          <a:bodyPr/>
          <a:lstStyle/>
          <a:p>
            <a:r>
              <a:rPr lang="en-GB" sz="2400" dirty="0"/>
              <a:t>To provide a clean and simple interface for writing and editing blog </a:t>
            </a:r>
            <a:r>
              <a:rPr lang="en-GB" sz="2400" dirty="0" smtClean="0"/>
              <a:t>posts</a:t>
            </a:r>
            <a:r>
              <a:rPr lang="en-US" sz="2400" dirty="0" smtClean="0"/>
              <a:t>.</a:t>
            </a:r>
          </a:p>
          <a:p>
            <a:r>
              <a:rPr lang="en-GB" sz="2400" dirty="0"/>
              <a:t>To enable users to register, log in, and manage their own blogs</a:t>
            </a:r>
            <a:r>
              <a:rPr lang="en-GB" sz="2400" dirty="0" smtClean="0"/>
              <a:t>.</a:t>
            </a:r>
          </a:p>
          <a:p>
            <a:r>
              <a:rPr lang="en-GB" sz="2400" dirty="0" smtClean="0"/>
              <a:t>To </a:t>
            </a:r>
            <a:r>
              <a:rPr lang="en-GB" sz="2400" dirty="0"/>
              <a:t>support adding images, videos, and other media to blog </a:t>
            </a:r>
            <a:r>
              <a:rPr lang="en-GB" sz="2400" dirty="0" smtClean="0"/>
              <a:t>posts.</a:t>
            </a:r>
          </a:p>
          <a:p>
            <a:r>
              <a:rPr lang="en-GB" sz="2400" dirty="0" smtClean="0"/>
              <a:t>To </a:t>
            </a:r>
            <a:r>
              <a:rPr lang="en-GB" sz="2400" dirty="0"/>
              <a:t>categorize and organize posts using tags or categories</a:t>
            </a:r>
            <a:r>
              <a:rPr lang="en-GB" sz="2400" dirty="0" smtClean="0"/>
              <a:t>.</a:t>
            </a:r>
          </a:p>
          <a:p>
            <a:r>
              <a:rPr lang="en-GB" sz="2400" dirty="0" smtClean="0"/>
              <a:t>To </a:t>
            </a:r>
            <a:r>
              <a:rPr lang="en-GB" sz="2400" dirty="0"/>
              <a:t>allow readers to view, comment on, and share blog posts</a:t>
            </a:r>
            <a:r>
              <a:rPr lang="en-GB" sz="2400" dirty="0" smtClean="0"/>
              <a:t>.</a:t>
            </a:r>
          </a:p>
          <a:p>
            <a:r>
              <a:rPr lang="en-GB" sz="2400" dirty="0" smtClean="0"/>
              <a:t>To </a:t>
            </a:r>
            <a:r>
              <a:rPr lang="en-GB" sz="2400" dirty="0"/>
              <a:t>ensure the system is secure, responsive, and easy to navigate.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809" y="1863946"/>
            <a:ext cx="9144000" cy="4780014"/>
          </a:xfrm>
          <a:prstGeom prst="rect">
            <a:avLst/>
          </a:prstGeom>
        </p:spPr>
      </p:pic>
      <p:sp>
        <p:nvSpPr>
          <p:cNvPr id="2" name="TextBox 1"/>
          <p:cNvSpPr txBox="1"/>
          <p:nvPr/>
        </p:nvSpPr>
        <p:spPr>
          <a:xfrm>
            <a:off x="102458" y="986783"/>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Category Page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6512" y="1700808"/>
            <a:ext cx="8927976" cy="4868044"/>
          </a:xfrm>
          <a:prstGeom prst="rect">
            <a:avLst/>
          </a:prstGeom>
        </p:spPr>
      </p:pic>
      <p:sp>
        <p:nvSpPr>
          <p:cNvPr id="3" name="TextBox 2"/>
          <p:cNvSpPr txBox="1"/>
          <p:nvPr/>
        </p:nvSpPr>
        <p:spPr>
          <a:xfrm>
            <a:off x="85620" y="836712"/>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Blog Page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432575" y="764704"/>
            <a:ext cx="8229600" cy="1071563"/>
          </a:xfrm>
        </p:spPr>
        <p:txBody>
          <a:bodyPr/>
          <a:lstStyle/>
          <a:p>
            <a:r>
              <a:rPr lang="en-US" b="1" dirty="0"/>
              <a:t>Problem Definition</a:t>
            </a:r>
            <a:r>
              <a:rPr lang="en-US" dirty="0"/>
              <a:t> </a:t>
            </a:r>
          </a:p>
        </p:txBody>
      </p:sp>
      <p:sp>
        <p:nvSpPr>
          <p:cNvPr id="9219" name="Content Placeholder 2"/>
          <p:cNvSpPr>
            <a:spLocks noGrp="1"/>
          </p:cNvSpPr>
          <p:nvPr>
            <p:ph idx="1"/>
          </p:nvPr>
        </p:nvSpPr>
        <p:spPr>
          <a:xfrm>
            <a:off x="457200" y="2132856"/>
            <a:ext cx="8229600" cy="4191744"/>
          </a:xfrm>
        </p:spPr>
        <p:txBody>
          <a:bodyPr/>
          <a:lstStyle/>
          <a:p>
            <a:r>
              <a:rPr lang="en-GB" dirty="0"/>
              <a:t>Many people want to share their thoughts, ideas, or knowledge online, but they may not have the technical skills to create and manage a website. There is a need for a simple and user-friendly blogging platform that allows users to easily write, publish, and manage their blog posts without requiring coding knowledge. The system should also support features like media uploads, post organization, and user interaction.</a:t>
            </a:r>
            <a:endParaRPr lang="en-US" dirty="0"/>
          </a:p>
          <a:p>
            <a:endParaRPr 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443" y="1400582"/>
            <a:ext cx="7067227" cy="5157192"/>
          </a:xfrm>
          <a:prstGeom prst="rect">
            <a:avLst/>
          </a:prstGeom>
        </p:spPr>
      </p:pic>
      <p:sp>
        <p:nvSpPr>
          <p:cNvPr id="5" name="TextBox 4"/>
          <p:cNvSpPr txBox="1"/>
          <p:nvPr/>
        </p:nvSpPr>
        <p:spPr>
          <a:xfrm>
            <a:off x="539552" y="692696"/>
            <a:ext cx="5256584" cy="707886"/>
          </a:xfrm>
          <a:prstGeom prst="rect">
            <a:avLst/>
          </a:prstGeom>
          <a:noFill/>
        </p:spPr>
        <p:txBody>
          <a:bodyPr wrap="square" rtlCol="0">
            <a:spAutoFit/>
          </a:bodyPr>
          <a:lstStyle/>
          <a:p>
            <a:r>
              <a:rPr lang="en-US" sz="4000" b="1" dirty="0" smtClean="0">
                <a:solidFill>
                  <a:schemeClr val="accent1">
                    <a:lumMod val="75000"/>
                  </a:schemeClr>
                </a:solidFill>
                <a:latin typeface="+mj-lt"/>
              </a:rPr>
              <a:t>User Registration Page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2132856"/>
            <a:ext cx="9144000" cy="4186238"/>
          </a:xfrm>
          <a:prstGeom prst="rect">
            <a:avLst/>
          </a:prstGeom>
        </p:spPr>
      </p:pic>
      <p:sp>
        <p:nvSpPr>
          <p:cNvPr id="6" name="TextBox 5"/>
          <p:cNvSpPr txBox="1"/>
          <p:nvPr/>
        </p:nvSpPr>
        <p:spPr>
          <a:xfrm>
            <a:off x="323528" y="1052736"/>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User Login Page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a:xfrm>
            <a:off x="457727" y="1052736"/>
            <a:ext cx="8229600" cy="571481"/>
          </a:xfrm>
        </p:spPr>
        <p:txBody>
          <a:bodyPr/>
          <a:lstStyle/>
          <a:p>
            <a:r>
              <a:rPr lang="en-US" b="1" dirty="0"/>
              <a:t>Project Scope</a:t>
            </a:r>
            <a:endParaRPr lang="en-US" dirty="0"/>
          </a:p>
        </p:txBody>
      </p:sp>
      <p:sp>
        <p:nvSpPr>
          <p:cNvPr id="13315" name="Content Placeholder 2"/>
          <p:cNvSpPr>
            <a:spLocks noGrp="1"/>
          </p:cNvSpPr>
          <p:nvPr>
            <p:ph idx="1"/>
          </p:nvPr>
        </p:nvSpPr>
        <p:spPr>
          <a:xfrm>
            <a:off x="457200" y="1988840"/>
            <a:ext cx="8229600" cy="4654870"/>
          </a:xfrm>
        </p:spPr>
        <p:txBody>
          <a:bodyPr/>
          <a:lstStyle/>
          <a:p>
            <a:pPr marL="0" indent="0">
              <a:buNone/>
            </a:pPr>
            <a:r>
              <a:rPr lang="en-GB" sz="2200" dirty="0" smtClean="0"/>
              <a:t>This </a:t>
            </a:r>
            <a:r>
              <a:rPr lang="en-GB" sz="2200" dirty="0"/>
              <a:t>project includes the development of a full-fledged blogging website that features</a:t>
            </a:r>
            <a:r>
              <a:rPr lang="en-GB" sz="2200" dirty="0" smtClean="0"/>
              <a:t>:</a:t>
            </a:r>
          </a:p>
          <a:p>
            <a:r>
              <a:rPr lang="en-GB" sz="2200" dirty="0" smtClean="0"/>
              <a:t>User </a:t>
            </a:r>
            <a:r>
              <a:rPr lang="en-GB" sz="2200" dirty="0"/>
              <a:t>registration and </a:t>
            </a:r>
            <a:r>
              <a:rPr lang="en-GB" sz="2200" dirty="0" err="1"/>
              <a:t>authenticationBlog</a:t>
            </a:r>
            <a:r>
              <a:rPr lang="en-GB" sz="2200" dirty="0"/>
              <a:t> </a:t>
            </a:r>
            <a:endParaRPr lang="en-GB" sz="2200" dirty="0" smtClean="0"/>
          </a:p>
          <a:p>
            <a:r>
              <a:rPr lang="en-GB" sz="2200" dirty="0" smtClean="0"/>
              <a:t>creation</a:t>
            </a:r>
            <a:r>
              <a:rPr lang="en-GB" sz="2200" dirty="0"/>
              <a:t>, editing, and </a:t>
            </a:r>
            <a:r>
              <a:rPr lang="en-GB" sz="2200" dirty="0" smtClean="0"/>
              <a:t>deletion</a:t>
            </a:r>
          </a:p>
          <a:p>
            <a:r>
              <a:rPr lang="en-GB" sz="2200" dirty="0" smtClean="0"/>
              <a:t>Categorization </a:t>
            </a:r>
            <a:r>
              <a:rPr lang="en-GB" sz="2200" dirty="0"/>
              <a:t>and tagging of </a:t>
            </a:r>
            <a:r>
              <a:rPr lang="en-GB" sz="2200" dirty="0" smtClean="0"/>
              <a:t>blogs</a:t>
            </a:r>
          </a:p>
          <a:p>
            <a:r>
              <a:rPr lang="en-GB" sz="2200" dirty="0" smtClean="0"/>
              <a:t>Commenting </a:t>
            </a:r>
            <a:r>
              <a:rPr lang="en-GB" sz="2200" dirty="0"/>
              <a:t>system for user </a:t>
            </a:r>
            <a:r>
              <a:rPr lang="en-GB" sz="2200" dirty="0" smtClean="0"/>
              <a:t>interaction</a:t>
            </a:r>
          </a:p>
          <a:p>
            <a:r>
              <a:rPr lang="en-GB" sz="2200" dirty="0" smtClean="0"/>
              <a:t>Admin </a:t>
            </a:r>
            <a:r>
              <a:rPr lang="en-GB" sz="2200" dirty="0"/>
              <a:t>panel for managing users and </a:t>
            </a:r>
            <a:r>
              <a:rPr lang="en-GB" sz="2200" dirty="0" smtClean="0"/>
              <a:t>content</a:t>
            </a:r>
          </a:p>
          <a:p>
            <a:r>
              <a:rPr lang="en-GB" sz="2200" dirty="0" smtClean="0"/>
              <a:t>Responsive </a:t>
            </a:r>
            <a:r>
              <a:rPr lang="en-GB" sz="2200" dirty="0"/>
              <a:t>design for desktop and mobile </a:t>
            </a:r>
            <a:r>
              <a:rPr lang="en-GB" sz="2200" dirty="0" smtClean="0"/>
              <a:t>views</a:t>
            </a:r>
          </a:p>
          <a:p>
            <a:pPr marL="0" indent="0">
              <a:buNone/>
            </a:pPr>
            <a:r>
              <a:rPr lang="en-GB" sz="2200" dirty="0"/>
              <a:t> </a:t>
            </a:r>
            <a:r>
              <a:rPr lang="en-GB" sz="2200" dirty="0" smtClean="0"/>
              <a:t> </a:t>
            </a:r>
          </a:p>
          <a:p>
            <a:pPr marL="0" indent="0">
              <a:buNone/>
            </a:pPr>
            <a:r>
              <a:rPr lang="en-GB" sz="2200" dirty="0" smtClean="0"/>
              <a:t>The </a:t>
            </a:r>
            <a:r>
              <a:rPr lang="en-GB" sz="2200" dirty="0"/>
              <a:t>platform is scalable and can be expanded in the future to include features like blog analytics, subscription models, or integration with social media platforms.</a:t>
            </a:r>
            <a:endParaRPr lang="en-US" sz="2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4503" y="2204864"/>
            <a:ext cx="9011993" cy="4392488"/>
          </a:xfrm>
          <a:prstGeom prst="rect">
            <a:avLst/>
          </a:prstGeom>
        </p:spPr>
      </p:pic>
      <p:sp>
        <p:nvSpPr>
          <p:cNvPr id="4" name="TextBox 3"/>
          <p:cNvSpPr txBox="1"/>
          <p:nvPr/>
        </p:nvSpPr>
        <p:spPr>
          <a:xfrm>
            <a:off x="467544" y="1052736"/>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Dashboard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p:cNvSpPr>
            <a:spLocks noGrp="1"/>
          </p:cNvSpPr>
          <p:nvPr>
            <p:ph type="title"/>
          </p:nvPr>
        </p:nvSpPr>
        <p:spPr>
          <a:xfrm>
            <a:off x="457200" y="1268760"/>
            <a:ext cx="8229600" cy="571504"/>
          </a:xfrm>
        </p:spPr>
        <p:txBody>
          <a:bodyPr/>
          <a:lstStyle/>
          <a:p>
            <a:r>
              <a:rPr lang="en-US" b="1" u="sng" dirty="0"/>
              <a:t>User Modules</a:t>
            </a:r>
            <a:r>
              <a:rPr lang="en-US" b="1" dirty="0"/>
              <a:t>:</a:t>
            </a:r>
            <a:endParaRPr lang="en-US" dirty="0"/>
          </a:p>
        </p:txBody>
      </p:sp>
      <p:sp>
        <p:nvSpPr>
          <p:cNvPr id="15363" name="Content Placeholder 2"/>
          <p:cNvSpPr>
            <a:spLocks noGrp="1"/>
          </p:cNvSpPr>
          <p:nvPr>
            <p:ph idx="1"/>
          </p:nvPr>
        </p:nvSpPr>
        <p:spPr>
          <a:xfrm>
            <a:off x="457200" y="2276872"/>
            <a:ext cx="8229600" cy="4047728"/>
          </a:xfrm>
        </p:spPr>
        <p:txBody>
          <a:bodyPr/>
          <a:lstStyle/>
          <a:p>
            <a:pPr lvl="0"/>
            <a:r>
              <a:rPr lang="en-US" sz="2400" dirty="0" smtClean="0"/>
              <a:t>User can signup</a:t>
            </a:r>
          </a:p>
          <a:p>
            <a:pPr lvl="0"/>
            <a:r>
              <a:rPr lang="en-US" sz="2400" dirty="0"/>
              <a:t>User can l</a:t>
            </a:r>
            <a:r>
              <a:rPr lang="en-US" sz="2400" dirty="0" smtClean="0"/>
              <a:t>ogin</a:t>
            </a:r>
            <a:endParaRPr lang="en-US" sz="2400" dirty="0"/>
          </a:p>
          <a:p>
            <a:r>
              <a:rPr lang="en-IN" sz="2400" dirty="0" smtClean="0"/>
              <a:t>User can upload multiple images</a:t>
            </a:r>
          </a:p>
          <a:p>
            <a:r>
              <a:rPr lang="en-IN" sz="2400" dirty="0" smtClean="0"/>
              <a:t>User </a:t>
            </a:r>
            <a:r>
              <a:rPr lang="en-IN" sz="2400" dirty="0"/>
              <a:t>can choose image from </a:t>
            </a:r>
            <a:r>
              <a:rPr lang="en-IN" sz="2400" dirty="0" smtClean="0"/>
              <a:t>database</a:t>
            </a:r>
          </a:p>
          <a:p>
            <a:r>
              <a:rPr lang="en-IN" sz="2400" dirty="0" smtClean="0"/>
              <a:t>User can add information</a:t>
            </a:r>
          </a:p>
          <a:p>
            <a:r>
              <a:rPr lang="en-IN" sz="2400" dirty="0" smtClean="0"/>
              <a:t>User </a:t>
            </a:r>
            <a:r>
              <a:rPr lang="en-IN" sz="2400" dirty="0"/>
              <a:t>can add </a:t>
            </a:r>
            <a:r>
              <a:rPr lang="en-IN" sz="2400" dirty="0" smtClean="0"/>
              <a:t>comment</a:t>
            </a:r>
          </a:p>
          <a:p>
            <a:r>
              <a:rPr lang="en-IN" sz="2400" dirty="0" smtClean="0"/>
              <a:t>User </a:t>
            </a:r>
            <a:r>
              <a:rPr lang="en-IN" sz="2400" dirty="0"/>
              <a:t>can select any </a:t>
            </a:r>
            <a:r>
              <a:rPr lang="en-IN" sz="2400" dirty="0" smtClean="0"/>
              <a:t>categories </a:t>
            </a:r>
            <a:endParaRPr lang="en-US" sz="2400" dirty="0"/>
          </a:p>
          <a:p>
            <a:pPr>
              <a:buFont typeface="Wingdings 2" pitchFamily="18" charset="2"/>
              <a:buNone/>
            </a:pPr>
            <a:endParaRPr lang="en-US" sz="24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p:cNvSpPr>
            <a:spLocks noGrp="1"/>
          </p:cNvSpPr>
          <p:nvPr>
            <p:ph type="title"/>
          </p:nvPr>
        </p:nvSpPr>
        <p:spPr>
          <a:xfrm>
            <a:off x="465145" y="1196752"/>
            <a:ext cx="8229600" cy="571504"/>
          </a:xfrm>
        </p:spPr>
        <p:txBody>
          <a:bodyPr/>
          <a:lstStyle/>
          <a:p>
            <a:r>
              <a:rPr lang="en-US" b="1" u="sng" dirty="0"/>
              <a:t>Admin Modules</a:t>
            </a:r>
            <a:r>
              <a:rPr lang="en-US" b="1" dirty="0"/>
              <a:t>:</a:t>
            </a:r>
            <a:endParaRPr lang="en-US" dirty="0"/>
          </a:p>
        </p:txBody>
      </p:sp>
      <p:sp>
        <p:nvSpPr>
          <p:cNvPr id="16387" name="Content Placeholder 2"/>
          <p:cNvSpPr>
            <a:spLocks noGrp="1"/>
          </p:cNvSpPr>
          <p:nvPr>
            <p:ph idx="1"/>
          </p:nvPr>
        </p:nvSpPr>
        <p:spPr>
          <a:xfrm>
            <a:off x="500034" y="2204864"/>
            <a:ext cx="8229600" cy="3905422"/>
          </a:xfrm>
        </p:spPr>
        <p:txBody>
          <a:bodyPr/>
          <a:lstStyle/>
          <a:p>
            <a:r>
              <a:rPr lang="en-IN" dirty="0" smtClean="0"/>
              <a:t>Admin can resume user ID</a:t>
            </a:r>
          </a:p>
          <a:p>
            <a:r>
              <a:rPr lang="en-IN" dirty="0" smtClean="0"/>
              <a:t>Admin </a:t>
            </a:r>
            <a:r>
              <a:rPr lang="en-IN" dirty="0"/>
              <a:t>can see all </a:t>
            </a:r>
            <a:r>
              <a:rPr lang="en-IN" dirty="0" smtClean="0"/>
              <a:t>pages</a:t>
            </a:r>
          </a:p>
          <a:p>
            <a:r>
              <a:rPr lang="en-IN" dirty="0" smtClean="0"/>
              <a:t>Admin </a:t>
            </a:r>
            <a:r>
              <a:rPr lang="en-IN" dirty="0"/>
              <a:t>can maintain all records of </a:t>
            </a:r>
            <a:r>
              <a:rPr lang="en-IN" dirty="0" smtClean="0"/>
              <a:t>user</a:t>
            </a:r>
          </a:p>
          <a:p>
            <a:r>
              <a:rPr lang="en-IN" dirty="0" smtClean="0"/>
              <a:t>Admin </a:t>
            </a:r>
            <a:r>
              <a:rPr lang="en-IN" dirty="0"/>
              <a:t>can maintain </a:t>
            </a:r>
            <a:r>
              <a:rPr lang="en-IN" dirty="0" smtClean="0"/>
              <a:t>all site</a:t>
            </a:r>
          </a:p>
          <a:p>
            <a:r>
              <a:rPr lang="en-IN" dirty="0" smtClean="0"/>
              <a:t>Admin can access and </a:t>
            </a:r>
            <a:r>
              <a:rPr lang="en-IN" dirty="0"/>
              <a:t>process </a:t>
            </a:r>
            <a:r>
              <a:rPr lang="en-IN" dirty="0" smtClean="0"/>
              <a:t>all request </a:t>
            </a:r>
          </a:p>
          <a:p>
            <a:r>
              <a:rPr lang="en-IN" dirty="0" smtClean="0"/>
              <a:t>Admin can delete/select/update user</a:t>
            </a:r>
          </a:p>
          <a:p>
            <a:r>
              <a:rPr lang="en-IN" dirty="0" smtClean="0"/>
              <a:t>Admin provide all information related to any topic</a:t>
            </a:r>
            <a:endParaRPr 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28625" y="571500"/>
            <a:ext cx="8229600" cy="1071563"/>
          </a:xfrm>
        </p:spPr>
        <p:txBody>
          <a:bodyPr/>
          <a:lstStyle/>
          <a:p>
            <a:r>
              <a:rPr lang="en-US" b="1" dirty="0"/>
              <a:t>Data Flow Diagram(DFD</a:t>
            </a:r>
            <a:r>
              <a:rPr lang="en-US" b="1" dirty="0" smtClean="0"/>
              <a:t>)</a:t>
            </a:r>
            <a:endParaRPr lang="en-US" b="1" dirty="0"/>
          </a:p>
        </p:txBody>
      </p:sp>
      <p:sp>
        <p:nvSpPr>
          <p:cNvPr id="2" name="Rectangle 1"/>
          <p:cNvSpPr/>
          <p:nvPr/>
        </p:nvSpPr>
        <p:spPr>
          <a:xfrm>
            <a:off x="330990" y="2305199"/>
            <a:ext cx="5559342" cy="584775"/>
          </a:xfrm>
          <a:prstGeom prst="rect">
            <a:avLst/>
          </a:prstGeom>
        </p:spPr>
        <p:txBody>
          <a:bodyPr wrap="none">
            <a:spAutoFit/>
          </a:bodyPr>
          <a:lstStyle/>
          <a:p>
            <a:r>
              <a:rPr lang="en-GB" sz="3200" b="1" dirty="0">
                <a:latin typeface="+mn-lt"/>
              </a:rPr>
              <a:t>Level 0 – Context Level DFD</a:t>
            </a:r>
            <a:endParaRPr lang="en-IN" sz="3200" b="1" dirty="0">
              <a:latin typeface="+mn-lt"/>
            </a:endParaRPr>
          </a:p>
        </p:txBody>
      </p:sp>
      <p:sp>
        <p:nvSpPr>
          <p:cNvPr id="3" name="Rectangle 2"/>
          <p:cNvSpPr/>
          <p:nvPr/>
        </p:nvSpPr>
        <p:spPr>
          <a:xfrm>
            <a:off x="460471" y="3789040"/>
            <a:ext cx="8103816" cy="830997"/>
          </a:xfrm>
          <a:prstGeom prst="rect">
            <a:avLst/>
          </a:prstGeom>
        </p:spPr>
        <p:txBody>
          <a:bodyPr wrap="square">
            <a:spAutoFit/>
          </a:bodyPr>
          <a:lstStyle/>
          <a:p>
            <a:r>
              <a:rPr lang="en-IN" sz="2400" dirty="0">
                <a:latin typeface="+mn-lt"/>
              </a:rPr>
              <a:t>[User] ---&gt; [Blogging System] ---&gt; [Blog Posts, Comments</a:t>
            </a:r>
            <a:r>
              <a:rPr lang="en-IN" sz="2400" dirty="0" smtClean="0">
                <a:latin typeface="+mn-lt"/>
              </a:rPr>
              <a:t>,							Responses</a:t>
            </a:r>
            <a:r>
              <a:rPr lang="en-IN" sz="2400" dirty="0">
                <a:latin typeface="+mn-lt"/>
              </a:rPr>
              <a:t>]</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1560" y="980728"/>
            <a:ext cx="7181492" cy="584775"/>
          </a:xfrm>
          <a:prstGeom prst="rect">
            <a:avLst/>
          </a:prstGeom>
        </p:spPr>
        <p:txBody>
          <a:bodyPr wrap="square">
            <a:spAutoFit/>
          </a:bodyPr>
          <a:lstStyle/>
          <a:p>
            <a:r>
              <a:rPr lang="en-GB" sz="3200" b="1" dirty="0">
                <a:latin typeface="+mn-lt"/>
              </a:rPr>
              <a:t>Level 1 DFD – Detailed Process Flow</a:t>
            </a:r>
            <a:endParaRPr lang="en-IN" sz="3200" b="1" dirty="0">
              <a:latin typeface="+mn-lt"/>
            </a:endParaRPr>
          </a:p>
        </p:txBody>
      </p:sp>
      <p:sp>
        <p:nvSpPr>
          <p:cNvPr id="5" name="Rectangle 4"/>
          <p:cNvSpPr/>
          <p:nvPr/>
        </p:nvSpPr>
        <p:spPr>
          <a:xfrm>
            <a:off x="2339752" y="1772816"/>
            <a:ext cx="4572000" cy="4708981"/>
          </a:xfrm>
          <a:prstGeom prst="rect">
            <a:avLst/>
          </a:prstGeom>
        </p:spPr>
        <p:txBody>
          <a:bodyPr>
            <a:spAutoFit/>
          </a:bodyPr>
          <a:lstStyle/>
          <a:p>
            <a:r>
              <a:rPr lang="en-IN" sz="1200" dirty="0"/>
              <a:t> </a:t>
            </a:r>
            <a:r>
              <a:rPr lang="en-IN" sz="1200" dirty="0" smtClean="0"/>
              <a:t>          +------------------------+</a:t>
            </a:r>
            <a:endParaRPr lang="en-IN" sz="1200" dirty="0"/>
          </a:p>
          <a:p>
            <a:r>
              <a:rPr lang="en-IN" sz="1200" dirty="0"/>
              <a:t>            |        User       </a:t>
            </a:r>
            <a:r>
              <a:rPr lang="en-IN" sz="1200" dirty="0" smtClean="0"/>
              <a:t>       </a:t>
            </a:r>
            <a:r>
              <a:rPr lang="en-IN" sz="1200" dirty="0"/>
              <a:t>|</a:t>
            </a:r>
          </a:p>
          <a:p>
            <a:r>
              <a:rPr lang="en-IN" sz="1200" dirty="0"/>
              <a:t>           </a:t>
            </a:r>
            <a:r>
              <a:rPr lang="en-IN" sz="1200" dirty="0" smtClean="0"/>
              <a:t>+------------------------+</a:t>
            </a:r>
            <a:endParaRPr lang="en-IN" sz="1200" dirty="0"/>
          </a:p>
          <a:p>
            <a:r>
              <a:rPr lang="en-IN" sz="1200" dirty="0"/>
              <a:t>                     </a:t>
            </a:r>
            <a:r>
              <a:rPr lang="en-IN" sz="1200" dirty="0" smtClean="0"/>
              <a:t> </a:t>
            </a:r>
            <a:r>
              <a:rPr lang="en-IN" sz="1200" dirty="0"/>
              <a:t>|</a:t>
            </a:r>
          </a:p>
          <a:p>
            <a:r>
              <a:rPr lang="en-IN" sz="1200" dirty="0"/>
              <a:t>                      v</a:t>
            </a:r>
          </a:p>
          <a:p>
            <a:r>
              <a:rPr lang="en-IN" sz="1200" dirty="0"/>
              <a:t>         </a:t>
            </a:r>
            <a:r>
              <a:rPr lang="en-IN" sz="1200" dirty="0" smtClean="0"/>
              <a:t>+------------------------------+</a:t>
            </a:r>
            <a:endParaRPr lang="en-IN" sz="1200" dirty="0"/>
          </a:p>
          <a:p>
            <a:r>
              <a:rPr lang="en-IN" sz="1200" dirty="0"/>
              <a:t>         | 1. User Authentication  |</a:t>
            </a:r>
          </a:p>
          <a:p>
            <a:r>
              <a:rPr lang="en-IN" sz="1200" dirty="0"/>
              <a:t>         </a:t>
            </a:r>
            <a:r>
              <a:rPr lang="en-IN" sz="1200" dirty="0" smtClean="0"/>
              <a:t>+------------------------------+</a:t>
            </a:r>
            <a:endParaRPr lang="en-IN" sz="1200" dirty="0"/>
          </a:p>
          <a:p>
            <a:r>
              <a:rPr lang="en-IN" sz="1200" dirty="0"/>
              <a:t>                 </a:t>
            </a:r>
            <a:r>
              <a:rPr lang="en-IN" sz="1200" dirty="0" smtClean="0"/>
              <a:t>          |</a:t>
            </a:r>
            <a:endParaRPr lang="en-IN" sz="1200" dirty="0"/>
          </a:p>
          <a:p>
            <a:r>
              <a:rPr lang="en-IN" sz="1200" dirty="0"/>
              <a:t>        </a:t>
            </a:r>
            <a:r>
              <a:rPr lang="en-IN" sz="1200" dirty="0" smtClean="0"/>
              <a:t>+--------------+-----------------+</a:t>
            </a:r>
            <a:endParaRPr lang="en-IN" sz="1200" dirty="0"/>
          </a:p>
          <a:p>
            <a:r>
              <a:rPr lang="en-IN" sz="1200" dirty="0"/>
              <a:t>        |                 </a:t>
            </a:r>
            <a:r>
              <a:rPr lang="en-IN" sz="1200" dirty="0" smtClean="0"/>
              <a:t>                       </a:t>
            </a:r>
            <a:r>
              <a:rPr lang="en-IN" sz="1200" dirty="0"/>
              <a:t>|</a:t>
            </a:r>
          </a:p>
          <a:p>
            <a:r>
              <a:rPr lang="en-IN" sz="1200" dirty="0"/>
              <a:t>        v                   </a:t>
            </a:r>
            <a:r>
              <a:rPr lang="en-IN" sz="1200" dirty="0" smtClean="0"/>
              <a:t>                    </a:t>
            </a:r>
            <a:r>
              <a:rPr lang="en-IN" sz="1200" dirty="0" err="1" smtClean="0"/>
              <a:t>v</a:t>
            </a:r>
            <a:endParaRPr lang="en-IN" sz="1200" dirty="0"/>
          </a:p>
          <a:p>
            <a:r>
              <a:rPr lang="en-IN" sz="1200" dirty="0" smtClean="0"/>
              <a:t>+----------------------+       +-------------------------+</a:t>
            </a:r>
            <a:endParaRPr lang="en-IN" sz="1200" dirty="0"/>
          </a:p>
          <a:p>
            <a:r>
              <a:rPr lang="en-IN" sz="1200" dirty="0"/>
              <a:t>| View Dashboard |  </a:t>
            </a:r>
            <a:r>
              <a:rPr lang="en-IN" sz="1200" dirty="0" smtClean="0"/>
              <a:t>      </a:t>
            </a:r>
            <a:r>
              <a:rPr lang="en-IN" sz="1200" dirty="0"/>
              <a:t>| View/Create Post  |</a:t>
            </a:r>
          </a:p>
          <a:p>
            <a:r>
              <a:rPr lang="en-IN" sz="1200" dirty="0" smtClean="0"/>
              <a:t>+----------------------+       +-------------------------+</a:t>
            </a:r>
            <a:endParaRPr lang="en-IN" sz="1200" dirty="0"/>
          </a:p>
          <a:p>
            <a:r>
              <a:rPr lang="en-IN" sz="1200" dirty="0"/>
              <a:t>       </a:t>
            </a:r>
            <a:r>
              <a:rPr lang="en-IN" sz="1200" dirty="0" smtClean="0"/>
              <a:t>  </a:t>
            </a:r>
            <a:r>
              <a:rPr lang="en-IN" sz="1200" dirty="0"/>
              <a:t>|                   </a:t>
            </a:r>
            <a:r>
              <a:rPr lang="en-IN" sz="1200" dirty="0" smtClean="0"/>
              <a:t>                      |</a:t>
            </a:r>
            <a:endParaRPr lang="en-IN" sz="1200" dirty="0"/>
          </a:p>
          <a:p>
            <a:r>
              <a:rPr lang="en-IN" sz="1200" dirty="0"/>
              <a:t>        </a:t>
            </a:r>
            <a:r>
              <a:rPr lang="en-IN" sz="1200" dirty="0" smtClean="0"/>
              <a:t> v                                       </a:t>
            </a:r>
            <a:r>
              <a:rPr lang="en-IN" sz="1200" dirty="0" err="1" smtClean="0"/>
              <a:t>v</a:t>
            </a:r>
            <a:endParaRPr lang="en-IN" sz="1200" dirty="0"/>
          </a:p>
          <a:p>
            <a:r>
              <a:rPr lang="en-IN" sz="1200" dirty="0"/>
              <a:t>+----------------+ </a:t>
            </a:r>
            <a:r>
              <a:rPr lang="en-IN" sz="1200" dirty="0" smtClean="0"/>
              <a:t>              +------------------------+</a:t>
            </a:r>
            <a:endParaRPr lang="en-IN" sz="1200" dirty="0"/>
          </a:p>
          <a:p>
            <a:r>
              <a:rPr lang="en-IN" sz="1200" dirty="0"/>
              <a:t>| Post to </a:t>
            </a:r>
            <a:r>
              <a:rPr lang="en-IN" sz="1200" dirty="0" smtClean="0"/>
              <a:t>DB   </a:t>
            </a:r>
            <a:r>
              <a:rPr lang="en-IN" sz="1200" dirty="0"/>
              <a:t>| </a:t>
            </a:r>
            <a:r>
              <a:rPr lang="en-IN" sz="1200" dirty="0" smtClean="0"/>
              <a:t>               </a:t>
            </a:r>
            <a:r>
              <a:rPr lang="en-IN" sz="1200" dirty="0"/>
              <a:t>| </a:t>
            </a:r>
            <a:r>
              <a:rPr lang="en-IN" sz="1200" dirty="0" smtClean="0"/>
              <a:t>Fetch </a:t>
            </a:r>
            <a:r>
              <a:rPr lang="en-IN" sz="1200" dirty="0"/>
              <a:t>from DB     |</a:t>
            </a:r>
          </a:p>
          <a:p>
            <a:r>
              <a:rPr lang="en-IN" sz="1200" dirty="0"/>
              <a:t>+----------------+ </a:t>
            </a:r>
            <a:r>
              <a:rPr lang="en-IN" sz="1200" dirty="0" smtClean="0"/>
              <a:t>              +------------------------+</a:t>
            </a:r>
            <a:endParaRPr lang="en-IN" sz="1200" dirty="0"/>
          </a:p>
          <a:p>
            <a:r>
              <a:rPr lang="en-IN" sz="1200" dirty="0"/>
              <a:t>        </a:t>
            </a:r>
            <a:r>
              <a:rPr lang="en-IN" sz="1200" dirty="0" smtClean="0"/>
              <a:t> |                                          </a:t>
            </a:r>
            <a:r>
              <a:rPr lang="en-IN" sz="1200" dirty="0"/>
              <a:t>|</a:t>
            </a:r>
          </a:p>
          <a:p>
            <a:r>
              <a:rPr lang="en-IN" sz="1200" dirty="0"/>
              <a:t>        </a:t>
            </a:r>
            <a:r>
              <a:rPr lang="en-IN" sz="1200" dirty="0" smtClean="0"/>
              <a:t> v                                         </a:t>
            </a:r>
            <a:r>
              <a:rPr lang="en-IN" sz="1200" dirty="0" err="1" smtClean="0"/>
              <a:t>v</a:t>
            </a:r>
            <a:endParaRPr lang="en-IN" sz="1200" dirty="0"/>
          </a:p>
          <a:p>
            <a:r>
              <a:rPr lang="en-IN" sz="1200" dirty="0" smtClean="0"/>
              <a:t>+------------------------+      +----------------------+</a:t>
            </a:r>
            <a:endParaRPr lang="en-IN" sz="1200" dirty="0"/>
          </a:p>
          <a:p>
            <a:r>
              <a:rPr lang="en-IN" sz="1200" dirty="0"/>
              <a:t>| Comment System |&lt;--&gt;| Display Posts     |</a:t>
            </a:r>
          </a:p>
          <a:p>
            <a:r>
              <a:rPr lang="en-IN" sz="1200" dirty="0" smtClean="0"/>
              <a:t>+------------------------+      +----------------------+</a:t>
            </a:r>
            <a:endParaRPr lang="en-IN"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2862" y="1916831"/>
            <a:ext cx="9058275" cy="4824537"/>
          </a:xfrm>
          <a:prstGeom prst="rect">
            <a:avLst/>
          </a:prstGeom>
        </p:spPr>
      </p:pic>
      <p:sp>
        <p:nvSpPr>
          <p:cNvPr id="5" name="TextBox 4"/>
          <p:cNvSpPr txBox="1"/>
          <p:nvPr/>
        </p:nvSpPr>
        <p:spPr>
          <a:xfrm>
            <a:off x="395536" y="980728"/>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Database :</a:t>
            </a:r>
            <a:endParaRPr lang="en-IN" sz="4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39552" y="1772816"/>
            <a:ext cx="6858000" cy="5445224"/>
          </a:xfrm>
          <a:prstGeom prst="rect">
            <a:avLst/>
          </a:prstGeom>
        </p:spPr>
      </p:pic>
      <p:sp>
        <p:nvSpPr>
          <p:cNvPr id="3" name="TextBox 2"/>
          <p:cNvSpPr txBox="1"/>
          <p:nvPr/>
        </p:nvSpPr>
        <p:spPr>
          <a:xfrm>
            <a:off x="395536" y="980728"/>
            <a:ext cx="4752528" cy="707886"/>
          </a:xfrm>
          <a:prstGeom prst="rect">
            <a:avLst/>
          </a:prstGeom>
          <a:noFill/>
        </p:spPr>
        <p:txBody>
          <a:bodyPr wrap="square" rtlCol="0">
            <a:spAutoFit/>
          </a:bodyPr>
          <a:lstStyle/>
          <a:p>
            <a:r>
              <a:rPr lang="en-US" sz="4000" b="1" dirty="0" smtClean="0">
                <a:solidFill>
                  <a:schemeClr val="accent1">
                    <a:lumMod val="75000"/>
                  </a:schemeClr>
                </a:solidFill>
                <a:latin typeface="+mj-lt"/>
              </a:rPr>
              <a:t>ER diagram :</a:t>
            </a:r>
            <a:endParaRPr lang="en-IN" sz="4000" b="1" dirty="0">
              <a:solidFill>
                <a:schemeClr val="accent1">
                  <a:lumMod val="75000"/>
                </a:schemeClr>
              </a:solidFill>
              <a:latin typeface="+mj-lt"/>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 name="Title 1"/>
          <p:cNvSpPr>
            <a:spLocks noGrp="1"/>
          </p:cNvSpPr>
          <p:nvPr>
            <p:ph type="title"/>
          </p:nvPr>
        </p:nvSpPr>
        <p:spPr>
          <a:xfrm>
            <a:off x="121464" y="836712"/>
            <a:ext cx="9001157" cy="924124"/>
          </a:xfrm>
        </p:spPr>
        <p:txBody>
          <a:bodyPr>
            <a:normAutofit/>
          </a:bodyPr>
          <a:lstStyle/>
          <a:p>
            <a:pPr eaLnBrk="1" fontAlgn="auto" hangingPunct="1">
              <a:spcAft>
                <a:spcPts val="0"/>
              </a:spcAft>
              <a:defRPr/>
            </a:pPr>
            <a:r>
              <a:rPr lang="en-US" sz="4400" b="1" dirty="0" smtClean="0"/>
              <a:t>All database </a:t>
            </a:r>
            <a:r>
              <a:rPr lang="en-US" b="1" dirty="0" smtClean="0"/>
              <a:t>:</a:t>
            </a:r>
            <a:endParaRPr lang="en-IN" dirty="0"/>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7503" y="2060848"/>
            <a:ext cx="8856985" cy="4374257"/>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539552" y="908720"/>
            <a:ext cx="8229600" cy="714357"/>
          </a:xfrm>
        </p:spPr>
        <p:txBody>
          <a:bodyPr/>
          <a:lstStyle/>
          <a:p>
            <a:r>
              <a:rPr lang="en-US" b="1" dirty="0"/>
              <a:t>Need of The System</a:t>
            </a:r>
            <a:endParaRPr lang="en-US" dirty="0"/>
          </a:p>
        </p:txBody>
      </p:sp>
      <p:sp>
        <p:nvSpPr>
          <p:cNvPr id="11267" name="Content Placeholder 2"/>
          <p:cNvSpPr>
            <a:spLocks noGrp="1"/>
          </p:cNvSpPr>
          <p:nvPr>
            <p:ph idx="1"/>
          </p:nvPr>
        </p:nvSpPr>
        <p:spPr>
          <a:xfrm>
            <a:off x="457200" y="1772816"/>
            <a:ext cx="8229600" cy="4551784"/>
          </a:xfrm>
        </p:spPr>
        <p:txBody>
          <a:bodyPr/>
          <a:lstStyle/>
          <a:p>
            <a:r>
              <a:rPr lang="en-GB" sz="2400" dirty="0"/>
              <a:t>To provide an easy way for users to create and publish blog posts</a:t>
            </a:r>
            <a:r>
              <a:rPr lang="en-GB" sz="2400" dirty="0" smtClean="0"/>
              <a:t>.</a:t>
            </a:r>
          </a:p>
          <a:p>
            <a:r>
              <a:rPr lang="en-GB" sz="2400" dirty="0" smtClean="0"/>
              <a:t>To </a:t>
            </a:r>
            <a:r>
              <a:rPr lang="en-GB" sz="2400" dirty="0"/>
              <a:t>allow user registration and secure login</a:t>
            </a:r>
            <a:r>
              <a:rPr lang="en-GB" sz="2400" dirty="0" smtClean="0"/>
              <a:t>.</a:t>
            </a:r>
          </a:p>
          <a:p>
            <a:r>
              <a:rPr lang="en-GB" sz="2400" dirty="0" smtClean="0"/>
              <a:t>To </a:t>
            </a:r>
            <a:r>
              <a:rPr lang="en-GB" sz="2400" dirty="0"/>
              <a:t>manage and organize blog content efficiently</a:t>
            </a:r>
            <a:r>
              <a:rPr lang="en-GB" sz="2400" dirty="0" smtClean="0"/>
              <a:t>.</a:t>
            </a:r>
          </a:p>
          <a:p>
            <a:r>
              <a:rPr lang="en-GB" sz="2400" dirty="0" smtClean="0"/>
              <a:t>To </a:t>
            </a:r>
            <a:r>
              <a:rPr lang="en-GB" sz="2400" dirty="0"/>
              <a:t>support media uploads (images, videos, etc.) in posts</a:t>
            </a:r>
            <a:r>
              <a:rPr lang="en-GB" sz="2400" dirty="0" smtClean="0"/>
              <a:t>.</a:t>
            </a:r>
          </a:p>
          <a:p>
            <a:r>
              <a:rPr lang="en-GB" sz="2400" dirty="0" smtClean="0"/>
              <a:t>To </a:t>
            </a:r>
            <a:r>
              <a:rPr lang="en-GB" sz="2400" dirty="0"/>
              <a:t>make the website responsive and accessible on all devices</a:t>
            </a:r>
            <a:r>
              <a:rPr lang="en-GB" sz="2400" dirty="0" smtClean="0"/>
              <a:t>.</a:t>
            </a:r>
          </a:p>
          <a:p>
            <a:r>
              <a:rPr lang="en-GB" sz="2400" dirty="0" smtClean="0"/>
              <a:t>To </a:t>
            </a:r>
            <a:r>
              <a:rPr lang="en-GB" sz="2400" dirty="0"/>
              <a:t>enable readers to comment and interact with blog posts</a:t>
            </a:r>
            <a:r>
              <a:rPr lang="en-GB" sz="2400" dirty="0" smtClean="0"/>
              <a:t>.</a:t>
            </a:r>
          </a:p>
          <a:p>
            <a:r>
              <a:rPr lang="en-GB" sz="2400" dirty="0" smtClean="0"/>
              <a:t>To </a:t>
            </a:r>
            <a:r>
              <a:rPr lang="en-GB" sz="2400" dirty="0"/>
              <a:t>ensure the platform is safe and protects user data</a:t>
            </a:r>
            <a:r>
              <a:rPr lang="en-GB" sz="2400" dirty="0" smtClean="0"/>
              <a:t>.</a:t>
            </a:r>
          </a:p>
          <a:p>
            <a:r>
              <a:rPr lang="en-GB" sz="2400" dirty="0" smtClean="0"/>
              <a:t>To </a:t>
            </a:r>
            <a:r>
              <a:rPr lang="en-GB" sz="2400" dirty="0"/>
              <a:t>allow sharing of posts on social media and other platforms.</a:t>
            </a:r>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p:cNvSpPr>
            <a:spLocks noGrp="1"/>
          </p:cNvSpPr>
          <p:nvPr>
            <p:ph type="title"/>
          </p:nvPr>
        </p:nvSpPr>
        <p:spPr>
          <a:xfrm>
            <a:off x="475211" y="836712"/>
            <a:ext cx="8229600" cy="857250"/>
          </a:xfrm>
        </p:spPr>
        <p:txBody>
          <a:bodyPr/>
          <a:lstStyle/>
          <a:p>
            <a:r>
              <a:rPr lang="en-US" b="1" dirty="0"/>
              <a:t>Purpose</a:t>
            </a:r>
            <a:endParaRPr lang="en-US" dirty="0"/>
          </a:p>
        </p:txBody>
      </p:sp>
      <p:sp>
        <p:nvSpPr>
          <p:cNvPr id="12291" name="Content Placeholder 2"/>
          <p:cNvSpPr>
            <a:spLocks noGrp="1"/>
          </p:cNvSpPr>
          <p:nvPr>
            <p:ph idx="1"/>
          </p:nvPr>
        </p:nvSpPr>
        <p:spPr>
          <a:xfrm>
            <a:off x="457200" y="1844824"/>
            <a:ext cx="8229600" cy="4479776"/>
          </a:xfrm>
        </p:spPr>
        <p:txBody>
          <a:bodyPr/>
          <a:lstStyle/>
          <a:p>
            <a:r>
              <a:rPr lang="en-GB" dirty="0"/>
              <a:t>The purpose of this blogging website is to provide users with an interactive platform where they can create, publish, and manage blog posts on various topics. It enables both individual expression and community interaction through content sharing, commenting, and tagging. The platform is designed to be user-friendly, visually appealing, and adaptable to different content types like articles, images, and videos.</a:t>
            </a:r>
            <a:endParaRPr lang="en-US" dirty="0"/>
          </a:p>
          <a:p>
            <a:pPr>
              <a:buFont typeface="Wingdings 2" pitchFamily="18" charset="2"/>
              <a:buNone/>
            </a:pPr>
            <a:endParaRPr lang="en-US" dirty="0"/>
          </a:p>
          <a:p>
            <a:endParaRPr 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p:cNvSpPr>
            <a:spLocks noGrp="1"/>
          </p:cNvSpPr>
          <p:nvPr>
            <p:ph type="title"/>
          </p:nvPr>
        </p:nvSpPr>
        <p:spPr/>
        <p:txBody>
          <a:bodyPr/>
          <a:lstStyle/>
          <a:p>
            <a:r>
              <a:rPr lang="en-US" b="1"/>
              <a:t>SOFTWARE USED</a:t>
            </a:r>
          </a:p>
        </p:txBody>
      </p:sp>
      <p:sp>
        <p:nvSpPr>
          <p:cNvPr id="17411" name="Content Placeholder 2"/>
          <p:cNvSpPr>
            <a:spLocks noGrp="1"/>
          </p:cNvSpPr>
          <p:nvPr>
            <p:ph idx="1"/>
          </p:nvPr>
        </p:nvSpPr>
        <p:spPr/>
        <p:txBody>
          <a:bodyPr/>
          <a:lstStyle/>
          <a:p>
            <a:endParaRPr lang="en-US" dirty="0"/>
          </a:p>
          <a:p>
            <a:r>
              <a:rPr lang="en-US" dirty="0"/>
              <a:t>PYTHON </a:t>
            </a:r>
            <a:r>
              <a:rPr lang="en-US" dirty="0">
                <a:solidFill>
                  <a:srgbClr val="002060"/>
                </a:solidFill>
              </a:rPr>
              <a:t>INTERPRETER</a:t>
            </a:r>
          </a:p>
          <a:p>
            <a:r>
              <a:rPr lang="en-US" dirty="0"/>
              <a:t>PYCHARM </a:t>
            </a:r>
            <a:r>
              <a:rPr lang="en-US" dirty="0">
                <a:solidFill>
                  <a:srgbClr val="002060"/>
                </a:solidFill>
              </a:rPr>
              <a:t>IDE</a:t>
            </a:r>
            <a:r>
              <a:rPr lang="en-US" dirty="0"/>
              <a:t> </a:t>
            </a:r>
            <a:r>
              <a:rPr lang="en-US" sz="1800" dirty="0">
                <a:solidFill>
                  <a:srgbClr val="FF0000"/>
                </a:solidFill>
              </a:rPr>
              <a:t>(INTEGRATED DEVELOPMENT ENVIRONMENT)</a:t>
            </a:r>
          </a:p>
          <a:p>
            <a:r>
              <a:rPr lang="en-US" sz="2400" dirty="0"/>
              <a:t>DJANGO FRAMEWORK</a:t>
            </a:r>
          </a:p>
          <a:p>
            <a:r>
              <a:rPr lang="en-US" dirty="0" smtClean="0"/>
              <a:t>CHROME </a:t>
            </a:r>
            <a:r>
              <a:rPr lang="en-US" dirty="0"/>
              <a:t>OR ANY OTHER </a:t>
            </a:r>
            <a:r>
              <a:rPr lang="en-US" dirty="0">
                <a:solidFill>
                  <a:srgbClr val="002060"/>
                </a:solidFill>
              </a:rPr>
              <a:t>BROWSER</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a:xfrm>
            <a:off x="571500" y="692696"/>
            <a:ext cx="8229600" cy="785812"/>
          </a:xfrm>
        </p:spPr>
        <p:txBody>
          <a:bodyPr/>
          <a:lstStyle/>
          <a:p>
            <a:r>
              <a:rPr lang="en-US" b="1" dirty="0"/>
              <a:t>FRONTEND (LANGUAGE USED)</a:t>
            </a:r>
          </a:p>
        </p:txBody>
      </p:sp>
      <p:sp>
        <p:nvSpPr>
          <p:cNvPr id="18435" name="Content Placeholder 2"/>
          <p:cNvSpPr>
            <a:spLocks noGrp="1"/>
          </p:cNvSpPr>
          <p:nvPr>
            <p:ph idx="1"/>
          </p:nvPr>
        </p:nvSpPr>
        <p:spPr>
          <a:xfrm>
            <a:off x="457200" y="1935163"/>
            <a:ext cx="8229600" cy="1708150"/>
          </a:xfrm>
        </p:spPr>
        <p:txBody>
          <a:bodyPr/>
          <a:lstStyle/>
          <a:p>
            <a:r>
              <a:rPr lang="en-US" dirty="0"/>
              <a:t>HTML </a:t>
            </a:r>
            <a:r>
              <a:rPr lang="en-US" dirty="0">
                <a:solidFill>
                  <a:srgbClr val="FF0000"/>
                </a:solidFill>
              </a:rPr>
              <a:t>(HYPERTEXT MARKUP LANGUAGE)</a:t>
            </a:r>
          </a:p>
          <a:p>
            <a:r>
              <a:rPr lang="en-US" dirty="0"/>
              <a:t>CSS </a:t>
            </a:r>
            <a:r>
              <a:rPr lang="en-US" dirty="0">
                <a:solidFill>
                  <a:srgbClr val="FF0000"/>
                </a:solidFill>
              </a:rPr>
              <a:t>(CASCADING STYLE SHEET)</a:t>
            </a:r>
          </a:p>
          <a:p>
            <a:r>
              <a:rPr lang="en-US" dirty="0"/>
              <a:t>BOOTSTRAP </a:t>
            </a:r>
            <a:r>
              <a:rPr lang="en-US" dirty="0">
                <a:solidFill>
                  <a:srgbClr val="FF0000"/>
                </a:solidFill>
              </a:rPr>
              <a:t>(FRAMEWORK OF HTML,CSS AND JS)</a:t>
            </a:r>
          </a:p>
        </p:txBody>
      </p:sp>
      <p:pic>
        <p:nvPicPr>
          <p:cNvPr id="18436" name="Picture 5" descr="C:\Users\win 8.1\Desktop\htmlandcss.jpg"/>
          <p:cNvPicPr>
            <a:picLocks noChangeAspect="1" noChangeArrowheads="1"/>
          </p:cNvPicPr>
          <p:nvPr/>
        </p:nvPicPr>
        <p:blipFill>
          <a:blip r:embed="rId2"/>
          <a:srcRect/>
          <a:stretch>
            <a:fillRect/>
          </a:stretch>
        </p:blipFill>
        <p:spPr bwMode="auto">
          <a:xfrm>
            <a:off x="571500" y="4000500"/>
            <a:ext cx="6096000" cy="2547938"/>
          </a:xfrm>
          <a:prstGeom prst="rect">
            <a:avLst/>
          </a:prstGeom>
          <a:noFill/>
          <a:ln w="9525">
            <a:noFill/>
            <a:miter lim="800000"/>
            <a:headEnd/>
            <a:tailEnd/>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p:cNvSpPr>
            <a:spLocks noGrp="1"/>
          </p:cNvSpPr>
          <p:nvPr>
            <p:ph type="title"/>
          </p:nvPr>
        </p:nvSpPr>
        <p:spPr>
          <a:xfrm>
            <a:off x="457200" y="704850"/>
            <a:ext cx="8229600" cy="795338"/>
          </a:xfrm>
        </p:spPr>
        <p:txBody>
          <a:bodyPr/>
          <a:lstStyle/>
          <a:p>
            <a:r>
              <a:rPr lang="en-US" b="1"/>
              <a:t>BACKEND</a:t>
            </a:r>
          </a:p>
        </p:txBody>
      </p:sp>
      <p:sp>
        <p:nvSpPr>
          <p:cNvPr id="19459" name="Content Placeholder 2"/>
          <p:cNvSpPr>
            <a:spLocks noGrp="1"/>
          </p:cNvSpPr>
          <p:nvPr>
            <p:ph idx="1"/>
          </p:nvPr>
        </p:nvSpPr>
        <p:spPr>
          <a:xfrm>
            <a:off x="500063" y="2214563"/>
            <a:ext cx="8229600" cy="1636712"/>
          </a:xfrm>
        </p:spPr>
        <p:txBody>
          <a:bodyPr/>
          <a:lstStyle/>
          <a:p>
            <a:r>
              <a:rPr lang="en-US"/>
              <a:t>PYTHON DJANGO</a:t>
            </a:r>
          </a:p>
          <a:p>
            <a:r>
              <a:rPr lang="en-US"/>
              <a:t>SQLITE (</a:t>
            </a:r>
            <a:r>
              <a:rPr lang="en-US">
                <a:solidFill>
                  <a:srgbClr val="FF0000"/>
                </a:solidFill>
              </a:rPr>
              <a:t>DATABASE</a:t>
            </a:r>
            <a:r>
              <a:rPr lang="en-US"/>
              <a:t>)</a:t>
            </a:r>
          </a:p>
        </p:txBody>
      </p:sp>
      <p:pic>
        <p:nvPicPr>
          <p:cNvPr id="19460" name="Picture 4" descr="F:\xampp working\xampp\htdocs\deng\HospitalManagementPython\hospitalmanagementpython\SQLITE.jpg"/>
          <p:cNvPicPr>
            <a:picLocks noChangeAspect="1" noChangeArrowheads="1"/>
          </p:cNvPicPr>
          <p:nvPr/>
        </p:nvPicPr>
        <p:blipFill>
          <a:blip r:embed="rId2"/>
          <a:srcRect/>
          <a:stretch>
            <a:fillRect/>
          </a:stretch>
        </p:blipFill>
        <p:spPr bwMode="auto">
          <a:xfrm>
            <a:off x="428625" y="3643313"/>
            <a:ext cx="5429250" cy="2714625"/>
          </a:xfrm>
          <a:prstGeom prst="rect">
            <a:avLst/>
          </a:prstGeom>
          <a:noFill/>
          <a:ln w="9525">
            <a:noFill/>
            <a:miter lim="800000"/>
            <a:headEnd/>
            <a:tailEnd/>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34"/>
          <p:cNvSpPr>
            <a:spLocks noChangeArrowheads="1"/>
          </p:cNvSpPr>
          <p:nvPr/>
        </p:nvSpPr>
        <p:spPr bwMode="auto">
          <a:xfrm>
            <a:off x="0" y="0"/>
            <a:ext cx="9144000" cy="0"/>
          </a:xfrm>
          <a:prstGeom prst="rect">
            <a:avLst/>
          </a:prstGeom>
          <a:noFill/>
          <a:ln w="9525">
            <a:noFill/>
            <a:miter lim="800000"/>
            <a:headEnd/>
            <a:tailEnd/>
          </a:ln>
        </p:spPr>
        <p:txBody>
          <a:bodyPr wrap="none" anchor="ctr">
            <a:spAutoFit/>
          </a:bodyPr>
          <a:lstStyle/>
          <a:p>
            <a:endParaRPr lang="en-US"/>
          </a:p>
        </p:txBody>
      </p:sp>
      <p:sp>
        <p:nvSpPr>
          <p:cNvPr id="27651" name="Rectangle 33"/>
          <p:cNvSpPr>
            <a:spLocks noChangeArrowheads="1"/>
          </p:cNvSpPr>
          <p:nvPr/>
        </p:nvSpPr>
        <p:spPr bwMode="auto">
          <a:xfrm>
            <a:off x="755576" y="1254905"/>
            <a:ext cx="5688632" cy="646331"/>
          </a:xfrm>
          <a:prstGeom prst="rect">
            <a:avLst/>
          </a:prstGeom>
          <a:noFill/>
          <a:ln w="9525">
            <a:noFill/>
            <a:miter lim="800000"/>
            <a:headEnd/>
            <a:tailEnd/>
          </a:ln>
        </p:spPr>
        <p:txBody>
          <a:bodyPr wrap="square">
            <a:spAutoFit/>
          </a:bodyPr>
          <a:lstStyle/>
          <a:p>
            <a:r>
              <a:rPr lang="en-IN" sz="3600" b="1" dirty="0" smtClean="0">
                <a:solidFill>
                  <a:srgbClr val="0070C0"/>
                </a:solidFill>
                <a:latin typeface="+mn-lt"/>
              </a:rPr>
              <a:t>Directory Structure</a:t>
            </a:r>
            <a:endParaRPr lang="en-US" sz="3600" b="1" dirty="0">
              <a:solidFill>
                <a:srgbClr val="0070C0"/>
              </a:solidFill>
              <a:latin typeface="+mn-lt"/>
            </a:endParaRPr>
          </a:p>
        </p:txBody>
      </p:sp>
      <p:sp>
        <p:nvSpPr>
          <p:cNvPr id="2" name="Rectangle 1"/>
          <p:cNvSpPr/>
          <p:nvPr/>
        </p:nvSpPr>
        <p:spPr>
          <a:xfrm>
            <a:off x="786123" y="2276872"/>
            <a:ext cx="6840760" cy="4154984"/>
          </a:xfrm>
          <a:prstGeom prst="rect">
            <a:avLst/>
          </a:prstGeom>
        </p:spPr>
        <p:txBody>
          <a:bodyPr wrap="square">
            <a:spAutoFit/>
          </a:bodyPr>
          <a:lstStyle/>
          <a:p>
            <a:r>
              <a:rPr lang="en-IN" sz="2400" dirty="0" smtClean="0"/>
              <a:t>/</a:t>
            </a:r>
            <a:r>
              <a:rPr lang="en-IN" sz="2400" dirty="0" err="1" smtClean="0"/>
              <a:t>Blog_Project</a:t>
            </a:r>
            <a:r>
              <a:rPr lang="en-IN" sz="2400" dirty="0" smtClean="0"/>
              <a:t>/</a:t>
            </a:r>
          </a:p>
          <a:p>
            <a:r>
              <a:rPr lang="en-IN" sz="2400" dirty="0" smtClean="0"/>
              <a:t>/</a:t>
            </a:r>
            <a:r>
              <a:rPr lang="en-IN" sz="2400" dirty="0" err="1" smtClean="0"/>
              <a:t>myproject</a:t>
            </a:r>
            <a:endParaRPr lang="en-IN" sz="2400" dirty="0" smtClean="0"/>
          </a:p>
          <a:p>
            <a:r>
              <a:rPr lang="en-IN" sz="2400" dirty="0" smtClean="0"/>
              <a:t>├── </a:t>
            </a:r>
            <a:r>
              <a:rPr lang="en-IN" sz="2400" dirty="0"/>
              <a:t>/static/             </a:t>
            </a:r>
            <a:r>
              <a:rPr lang="en-IN" sz="2400" dirty="0" smtClean="0"/>
              <a:t>      # </a:t>
            </a:r>
            <a:r>
              <a:rPr lang="en-IN" sz="2400" dirty="0"/>
              <a:t>CSS, JS, images</a:t>
            </a:r>
          </a:p>
          <a:p>
            <a:r>
              <a:rPr lang="en-IN" sz="2400" dirty="0"/>
              <a:t>├── /templates/          </a:t>
            </a:r>
            <a:r>
              <a:rPr lang="en-IN" sz="2400" dirty="0" smtClean="0"/>
              <a:t> # </a:t>
            </a:r>
            <a:r>
              <a:rPr lang="en-IN" sz="2400" dirty="0"/>
              <a:t>HTML templates</a:t>
            </a:r>
          </a:p>
          <a:p>
            <a:r>
              <a:rPr lang="en-IN" sz="2400" dirty="0"/>
              <a:t>├── /app/</a:t>
            </a:r>
          </a:p>
          <a:p>
            <a:r>
              <a:rPr lang="en-IN" sz="2400" dirty="0"/>
              <a:t>│   ├── models.py       </a:t>
            </a:r>
            <a:r>
              <a:rPr lang="en-IN" sz="2400" dirty="0" smtClean="0"/>
              <a:t> # </a:t>
            </a:r>
            <a:r>
              <a:rPr lang="en-IN" sz="2400" dirty="0"/>
              <a:t>Database models</a:t>
            </a:r>
          </a:p>
          <a:p>
            <a:r>
              <a:rPr lang="en-IN" sz="2400" dirty="0"/>
              <a:t>│   ├── routes.py         </a:t>
            </a:r>
            <a:r>
              <a:rPr lang="en-IN" sz="2400" dirty="0" smtClean="0"/>
              <a:t># </a:t>
            </a:r>
            <a:r>
              <a:rPr lang="en-IN" sz="2400" dirty="0"/>
              <a:t>URL routing</a:t>
            </a:r>
          </a:p>
          <a:p>
            <a:r>
              <a:rPr lang="en-IN" sz="2400" dirty="0"/>
              <a:t>│   ├── views.py   </a:t>
            </a:r>
            <a:r>
              <a:rPr lang="en-IN" sz="2400" dirty="0" smtClean="0"/>
              <a:t>       # </a:t>
            </a:r>
            <a:r>
              <a:rPr lang="en-IN" sz="2400" dirty="0"/>
              <a:t>Business </a:t>
            </a:r>
            <a:r>
              <a:rPr lang="en-IN" sz="2400" dirty="0" smtClean="0"/>
              <a:t>logic</a:t>
            </a:r>
            <a:endParaRPr lang="en-IN" sz="2400" dirty="0"/>
          </a:p>
          <a:p>
            <a:r>
              <a:rPr lang="en-IN" sz="2400" dirty="0"/>
              <a:t>│   </a:t>
            </a:r>
            <a:r>
              <a:rPr lang="en-IN" sz="2400" dirty="0" smtClean="0"/>
              <a:t>└──urls.py </a:t>
            </a:r>
            <a:endParaRPr lang="en-IN" sz="2400" dirty="0"/>
          </a:p>
          <a:p>
            <a:r>
              <a:rPr lang="en-IN" sz="2400" dirty="0"/>
              <a:t>└── run.py               </a:t>
            </a:r>
            <a:r>
              <a:rPr lang="en-IN" sz="2400" dirty="0" smtClean="0"/>
              <a:t>     # </a:t>
            </a:r>
            <a:r>
              <a:rPr lang="en-IN" sz="2400" dirty="0"/>
              <a:t>Entry </a:t>
            </a:r>
            <a:r>
              <a:rPr lang="en-IN" sz="2400" dirty="0" smtClean="0"/>
              <a:t>point</a:t>
            </a:r>
          </a:p>
          <a:p>
            <a:r>
              <a:rPr lang="en-US" sz="2400" dirty="0" smtClean="0"/>
              <a:t>/</a:t>
            </a:r>
            <a:r>
              <a:rPr lang="en-US" sz="2400" dirty="0" err="1" smtClean="0"/>
              <a:t>myvenv</a:t>
            </a:r>
            <a:r>
              <a:rPr lang="en-US" sz="2400" dirty="0" smtClean="0"/>
              <a:t>                          #</a:t>
            </a:r>
            <a:r>
              <a:rPr lang="en-US" sz="2400" dirty="0" err="1" smtClean="0"/>
              <a:t>enviroment</a:t>
            </a:r>
            <a:r>
              <a:rPr lang="en-US" sz="2400" dirty="0" smtClean="0"/>
              <a:t> setup</a:t>
            </a:r>
            <a:endParaRPr lang="en-IN"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4360" y="476672"/>
            <a:ext cx="8229600" cy="1285883"/>
          </a:xfrm>
        </p:spPr>
        <p:txBody>
          <a:bodyPr>
            <a:normAutofit/>
          </a:bodyPr>
          <a:lstStyle/>
          <a:p>
            <a:pPr eaLnBrk="1" fontAlgn="auto" hangingPunct="1">
              <a:spcAft>
                <a:spcPts val="0"/>
              </a:spcAft>
              <a:defRPr/>
            </a:pPr>
            <a:r>
              <a:rPr lang="en-US" b="1" dirty="0"/>
              <a:t>FUTURE </a:t>
            </a:r>
            <a:r>
              <a:rPr lang="en-US" b="1" dirty="0" smtClean="0"/>
              <a:t>SCOPE</a:t>
            </a:r>
            <a:endParaRPr lang="en-IN" dirty="0"/>
          </a:p>
        </p:txBody>
      </p:sp>
      <p:sp>
        <p:nvSpPr>
          <p:cNvPr id="3" name="Content Placeholder 2"/>
          <p:cNvSpPr>
            <a:spLocks noGrp="1"/>
          </p:cNvSpPr>
          <p:nvPr>
            <p:ph idx="1"/>
          </p:nvPr>
        </p:nvSpPr>
        <p:spPr>
          <a:xfrm>
            <a:off x="251520" y="1762555"/>
            <a:ext cx="8435280" cy="5095445"/>
          </a:xfrm>
        </p:spPr>
        <p:txBody>
          <a:bodyPr>
            <a:normAutofit fontScale="92500" lnSpcReduction="10000"/>
          </a:bodyPr>
          <a:lstStyle/>
          <a:p>
            <a:pPr marL="274320" indent="-274320" eaLnBrk="1" fontAlgn="auto" hangingPunct="1">
              <a:spcAft>
                <a:spcPts val="0"/>
              </a:spcAft>
              <a:buClr>
                <a:schemeClr val="accent3"/>
              </a:buClr>
              <a:buNone/>
              <a:defRPr/>
            </a:pPr>
            <a:r>
              <a:rPr lang="en-US" b="1" dirty="0"/>
              <a:t> </a:t>
            </a:r>
            <a:r>
              <a:rPr lang="en-US" b="1" dirty="0" smtClean="0"/>
              <a:t>   </a:t>
            </a:r>
            <a:r>
              <a:rPr lang="en-GB" sz="2400" dirty="0"/>
              <a:t>The future of blog websites is bright, with continued growth and evolution. Blogging remains a powerful way to build authority, connect with audiences, and generate leads, especially when combined with social media and multimedia content. AI-driven content creation tools and advanced SEO practices are also shaping the future of blogging. Blogging is a digital powerhouse that continues to shape the online landscape. Many bloggers are successfully turning their hobby into a full-time career, leveraging their expertise and online presence to build a strong following and generate income, says a post on Indeed [17]. the future of blog websites is bright and dynamic, with new technologies, trends, and opportunities constantly emerging. By embracing these changes, focusing on high-quality content, and prioritizing user experience, bloggers can continue to thrive and build a successful online presence.</a:t>
            </a:r>
            <a:endParaRPr lang="en-US" sz="2400" dirty="0"/>
          </a:p>
          <a:p>
            <a:pPr>
              <a:buFont typeface="Wingdings 2" pitchFamily="18" charset="2"/>
              <a:buNone/>
              <a:defRPr/>
            </a:pPr>
            <a:endParaRPr lang="en-IN" sz="24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692696"/>
            <a:ext cx="8229600" cy="1143008"/>
          </a:xfrm>
        </p:spPr>
        <p:txBody>
          <a:bodyPr>
            <a:normAutofit/>
          </a:bodyPr>
          <a:lstStyle/>
          <a:p>
            <a:pPr eaLnBrk="1" fontAlgn="auto" hangingPunct="1">
              <a:spcAft>
                <a:spcPts val="0"/>
              </a:spcAft>
              <a:defRPr/>
            </a:pPr>
            <a:r>
              <a:rPr lang="en-US" b="1" dirty="0" smtClean="0"/>
              <a:t>CONCLUSION</a:t>
            </a:r>
            <a:endParaRPr lang="en-IN" dirty="0"/>
          </a:p>
        </p:txBody>
      </p:sp>
      <p:sp>
        <p:nvSpPr>
          <p:cNvPr id="3" name="Content Placeholder 2"/>
          <p:cNvSpPr>
            <a:spLocks noGrp="1"/>
          </p:cNvSpPr>
          <p:nvPr>
            <p:ph idx="1"/>
          </p:nvPr>
        </p:nvSpPr>
        <p:spPr>
          <a:xfrm>
            <a:off x="431277" y="1835704"/>
            <a:ext cx="8229600" cy="4582291"/>
          </a:xfrm>
        </p:spPr>
        <p:txBody>
          <a:bodyPr>
            <a:normAutofit/>
          </a:bodyPr>
          <a:lstStyle/>
          <a:p>
            <a:pPr marL="274320" indent="-274320" eaLnBrk="1" fontAlgn="auto" hangingPunct="1">
              <a:spcAft>
                <a:spcPts val="0"/>
              </a:spcAft>
              <a:buClr>
                <a:schemeClr val="accent3"/>
              </a:buClr>
              <a:buFont typeface="Wingdings 2"/>
              <a:buNone/>
              <a:defRPr/>
            </a:pPr>
            <a:r>
              <a:rPr lang="en-US" b="1" dirty="0"/>
              <a:t> </a:t>
            </a:r>
            <a:endParaRPr lang="en-IN" dirty="0"/>
          </a:p>
          <a:p>
            <a:pPr>
              <a:defRPr/>
            </a:pPr>
            <a:r>
              <a:rPr lang="en-GB" dirty="0"/>
              <a:t>The blogging website project was successfully developed to provide users with a streamlined, user-friendly platform for sharing content online. The system </a:t>
            </a:r>
            <a:r>
              <a:rPr lang="en-GB" dirty="0" err="1"/>
              <a:t>fulfills</a:t>
            </a:r>
            <a:r>
              <a:rPr lang="en-GB" dirty="0"/>
              <a:t> its core objectives, including user registration, blog creation, content management, and interaction through comments. This platform not only serves as a content-sharing tool but also fosters community engagement and digital expression.</a:t>
            </a:r>
            <a:endParaRPr lang="en-US" dirty="0"/>
          </a:p>
          <a:p>
            <a:pPr>
              <a:buFont typeface="Wingdings 2" pitchFamily="18" charset="2"/>
              <a:buNone/>
              <a:defRPr/>
            </a:pPr>
            <a:endParaRPr lang="en-US" dirty="0"/>
          </a:p>
          <a:p>
            <a:pPr>
              <a:buFont typeface="Wingdings 2" pitchFamily="18" charset="2"/>
              <a:buNone/>
              <a:defRPr/>
            </a:pP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blinds(horizontal)">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blinds(horizontal)">
                                      <p:cBhvr>
                                        <p:cTn id="17"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Box 5"/>
          <p:cNvSpPr txBox="1"/>
          <p:nvPr/>
        </p:nvSpPr>
        <p:spPr>
          <a:xfrm>
            <a:off x="1115616" y="3212976"/>
            <a:ext cx="7128792" cy="1323439"/>
          </a:xfrm>
          <a:prstGeom prst="rect">
            <a:avLst/>
          </a:prstGeom>
          <a:noFill/>
        </p:spPr>
        <p:txBody>
          <a:bodyPr wrap="square" rtlCol="0">
            <a:spAutoFit/>
          </a:bodyPr>
          <a:lstStyle/>
          <a:p>
            <a:r>
              <a:rPr lang="en-US" sz="8000" b="1" dirty="0" smtClean="0">
                <a:solidFill>
                  <a:schemeClr val="accent1">
                    <a:lumMod val="75000"/>
                  </a:schemeClr>
                </a:solidFill>
                <a:latin typeface="+mj-lt"/>
              </a:rPr>
              <a:t>Thank You ..</a:t>
            </a:r>
            <a:endParaRPr lang="en-IN" sz="8000" b="1" dirty="0">
              <a:solidFill>
                <a:schemeClr val="accent1">
                  <a:lumMod val="75000"/>
                </a:schemeClr>
              </a:solidFill>
              <a:latin typeface="+mj-lt"/>
            </a:endParaRPr>
          </a:p>
        </p:txBody>
      </p:sp>
    </p:spTree>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Flow</Template>
  <TotalTime>5119</TotalTime>
  <Words>820</Words>
  <Application>Microsoft Office PowerPoint</Application>
  <PresentationFormat>On-screen Show (4:3)</PresentationFormat>
  <Paragraphs>119</Paragraphs>
  <Slides>27</Slides>
  <Notes>0</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Flow</vt:lpstr>
      <vt:lpstr>HTML Based Web Development (BLOG)</vt:lpstr>
      <vt:lpstr>Introduction </vt:lpstr>
      <vt:lpstr> </vt:lpstr>
      <vt:lpstr>Objective </vt:lpstr>
      <vt:lpstr>PowerPoint Presentation</vt:lpstr>
      <vt:lpstr>PowerPoint Presentation</vt:lpstr>
      <vt:lpstr>Problem Definition </vt:lpstr>
      <vt:lpstr>PowerPoint Presentation</vt:lpstr>
      <vt:lpstr>PowerPoint Presentation</vt:lpstr>
      <vt:lpstr>Project Scope</vt:lpstr>
      <vt:lpstr>PowerPoint Presentation</vt:lpstr>
      <vt:lpstr>User Modules:</vt:lpstr>
      <vt:lpstr>Admin Modules:</vt:lpstr>
      <vt:lpstr>Data Flow Diagram(DFD)</vt:lpstr>
      <vt:lpstr>PowerPoint Presentation</vt:lpstr>
      <vt:lpstr>PowerPoint Presentation</vt:lpstr>
      <vt:lpstr>PowerPoint Presentation</vt:lpstr>
      <vt:lpstr>All database :</vt:lpstr>
      <vt:lpstr>Need of The System</vt:lpstr>
      <vt:lpstr>Purpose</vt:lpstr>
      <vt:lpstr>SOFTWARE USED</vt:lpstr>
      <vt:lpstr>FRONTEND (LANGUAGE USED)</vt:lpstr>
      <vt:lpstr>BACKEND</vt:lpstr>
      <vt:lpstr>PowerPoint Presentation</vt:lpstr>
      <vt:lpstr>FUTURE SCOPE</vt:lpstr>
      <vt:lpstr>CONCLUSION</vt:lpstr>
      <vt:lpstr>PowerPoint Presentation</vt:lpstr>
    </vt:vector>
  </TitlesOfParts>
  <Company>Grizli777</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panjwani</dc:creator>
  <cp:lastModifiedBy>Hp</cp:lastModifiedBy>
  <cp:revision>334</cp:revision>
  <dcterms:created xsi:type="dcterms:W3CDTF">2011-04-06T15:22:37Z</dcterms:created>
  <dcterms:modified xsi:type="dcterms:W3CDTF">2025-04-16T05:36:02Z</dcterms:modified>
</cp:coreProperties>
</file>